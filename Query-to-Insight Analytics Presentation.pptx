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5143500" cx="9144000"/>
  <p:notesSz cx="6858000" cy="9144000"/>
  <p:embeddedFontLst>
    <p:embeddedFont>
      <p:font typeface="Inter SemiBold"/>
      <p:regular r:id="rId16"/>
      <p:bold r:id="rId17"/>
      <p:italic r:id="rId18"/>
      <p:boldItalic r:id="rId19"/>
    </p:embeddedFont>
    <p:embeddedFont>
      <p:font typeface="Inter"/>
      <p:regular r:id="rId20"/>
      <p:bold r:id="rId21"/>
      <p:italic r:id="rId22"/>
      <p:boldItalic r:id="rId23"/>
    </p:embeddedFont>
    <p:embeddedFont>
      <p:font typeface="Anaheim"/>
      <p:regular r:id="rId24"/>
      <p:bold r:id="rId25"/>
    </p:embeddedFont>
    <p:embeddedFont>
      <p:font typeface="Hind SemiBold"/>
      <p:regular r:id="rId26"/>
      <p:bold r:id="rId27"/>
    </p:embeddedFont>
    <p:embeddedFont>
      <p:font typeface="Hind"/>
      <p:regular r:id="rId28"/>
      <p:bold r:id="rId29"/>
    </p:embeddedFont>
    <p:embeddedFont>
      <p:font typeface="Hind Medium"/>
      <p:regular r:id="rId30"/>
      <p:bold r:id="rId31"/>
    </p:embeddedFont>
    <p:embeddedFont>
      <p:font typeface="Inter Medium"/>
      <p:regular r:id="rId32"/>
      <p:bold r:id="rId33"/>
      <p:italic r:id="rId34"/>
      <p:boldItalic r:id="rId35"/>
    </p:embeddedFont>
    <p:embeddedFont>
      <p:font typeface="DM Sans"/>
      <p:regular r:id="rId36"/>
      <p:bold r:id="rId37"/>
      <p:italic r:id="rId38"/>
      <p:boldItalic r:id="rId39"/>
    </p:embeddedFont>
    <p:embeddedFont>
      <p:font typeface="Wix Madefor Display Medium"/>
      <p:regular r:id="rId40"/>
      <p:bold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WixMadeforDisplayMedium-regular.fntdata"/><Relationship Id="rId20" Type="http://schemas.openxmlformats.org/officeDocument/2006/relationships/font" Target="fonts/Inter-regular.fntdata"/><Relationship Id="rId41" Type="http://schemas.openxmlformats.org/officeDocument/2006/relationships/font" Target="fonts/WixMadeforDisplayMedium-bold.fntdata"/><Relationship Id="rId22" Type="http://schemas.openxmlformats.org/officeDocument/2006/relationships/font" Target="fonts/Inter-italic.fntdata"/><Relationship Id="rId21" Type="http://schemas.openxmlformats.org/officeDocument/2006/relationships/font" Target="fonts/Inter-bold.fntdata"/><Relationship Id="rId24" Type="http://schemas.openxmlformats.org/officeDocument/2006/relationships/font" Target="fonts/Anaheim-regular.fntdata"/><Relationship Id="rId23" Type="http://schemas.openxmlformats.org/officeDocument/2006/relationships/font" Target="fonts/Inter-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HindSemiBold-regular.fntdata"/><Relationship Id="rId25" Type="http://schemas.openxmlformats.org/officeDocument/2006/relationships/font" Target="fonts/Anaheim-bold.fntdata"/><Relationship Id="rId28" Type="http://schemas.openxmlformats.org/officeDocument/2006/relationships/font" Target="fonts/Hind-regular.fntdata"/><Relationship Id="rId27" Type="http://schemas.openxmlformats.org/officeDocument/2006/relationships/font" Target="fonts/HindSemiBold-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Hind-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HindMedium-bold.fntdata"/><Relationship Id="rId30" Type="http://schemas.openxmlformats.org/officeDocument/2006/relationships/font" Target="fonts/HindMedium-regular.fntdata"/><Relationship Id="rId11" Type="http://schemas.openxmlformats.org/officeDocument/2006/relationships/slide" Target="slides/slide7.xml"/><Relationship Id="rId33" Type="http://schemas.openxmlformats.org/officeDocument/2006/relationships/font" Target="fonts/InterMedium-bold.fntdata"/><Relationship Id="rId10" Type="http://schemas.openxmlformats.org/officeDocument/2006/relationships/slide" Target="slides/slide6.xml"/><Relationship Id="rId32" Type="http://schemas.openxmlformats.org/officeDocument/2006/relationships/font" Target="fonts/InterMedium-regular.fntdata"/><Relationship Id="rId13" Type="http://schemas.openxmlformats.org/officeDocument/2006/relationships/slide" Target="slides/slide9.xml"/><Relationship Id="rId35" Type="http://schemas.openxmlformats.org/officeDocument/2006/relationships/font" Target="fonts/InterMedium-boldItalic.fntdata"/><Relationship Id="rId12" Type="http://schemas.openxmlformats.org/officeDocument/2006/relationships/slide" Target="slides/slide8.xml"/><Relationship Id="rId34" Type="http://schemas.openxmlformats.org/officeDocument/2006/relationships/font" Target="fonts/InterMedium-italic.fntdata"/><Relationship Id="rId15" Type="http://schemas.openxmlformats.org/officeDocument/2006/relationships/slide" Target="slides/slide11.xml"/><Relationship Id="rId37" Type="http://schemas.openxmlformats.org/officeDocument/2006/relationships/font" Target="fonts/DMSans-bold.fntdata"/><Relationship Id="rId14" Type="http://schemas.openxmlformats.org/officeDocument/2006/relationships/slide" Target="slides/slide10.xml"/><Relationship Id="rId36" Type="http://schemas.openxmlformats.org/officeDocument/2006/relationships/font" Target="fonts/DMSans-regular.fntdata"/><Relationship Id="rId17" Type="http://schemas.openxmlformats.org/officeDocument/2006/relationships/font" Target="fonts/InterSemiBold-bold.fntdata"/><Relationship Id="rId39" Type="http://schemas.openxmlformats.org/officeDocument/2006/relationships/font" Target="fonts/DMSans-boldItalic.fntdata"/><Relationship Id="rId16" Type="http://schemas.openxmlformats.org/officeDocument/2006/relationships/font" Target="fonts/InterSemiBold-regular.fntdata"/><Relationship Id="rId38" Type="http://schemas.openxmlformats.org/officeDocument/2006/relationships/font" Target="fonts/DMSans-italic.fntdata"/><Relationship Id="rId19" Type="http://schemas.openxmlformats.org/officeDocument/2006/relationships/font" Target="fonts/InterSemiBold-boldItalic.fntdata"/><Relationship Id="rId18" Type="http://schemas.openxmlformats.org/officeDocument/2006/relationships/font" Target="fonts/InterSemi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d5260bdd85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d5260bdd85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d431007ba2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d431007ba2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200">
                <a:solidFill>
                  <a:srgbClr val="595959"/>
                </a:solidFill>
                <a:latin typeface="Anaheim"/>
                <a:ea typeface="Anaheim"/>
                <a:cs typeface="Anaheim"/>
                <a:sym typeface="Anaheim"/>
              </a:rPr>
              <a:t>This slide outlines our presentation. We’ll begin by discussing the problem of accessing complex healthcare data, followed by our AI-powered solution. Then we’ll walk through our system architecture, highlight our security and Responsible AI features, demonstrate the system in action, and finally discuss the broader impact.”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14072739ea5_1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14072739ea5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“Healthcare data is incredibly powerful, but in practice, it’s often inaccessible and difficult to use. Clinicians and analysts frequently have to wait hours or even days to get insights because accessing data requires SQL expertise and navigating strict compliance requirements. At the same time, there’s a high risk of unsafe or unauthorized queries, which makes data access both difficult and risky.”</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54dda1946d_6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54dda1946d_6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solution is an AI-powered analytics engine that allows users to ask questions in plain English without needing SQL expertise. The system automatically converts those questions into validated SQL queries while enforcing role-based access control. It then returns real-time insights along with explanations and structured results. What makes our solution unique is that it is secure by design — every query is validated before execution, permissions are enforced automatically, and users can see exactly how the query was generated.”</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54dda1946d_6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54dda1946d_6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system follows an end-to-end pipeline starting from a React frontend to a FastAPI backend, which orchestrates multiple Azure services. Azure OpenAI generates SQL and insights, Content Safety ensures safe inputs and outputs, Azure SQL stores structured healthcare data, and Redis caching improves performance for repeated queries. Behind the scenes, we enforce strict RBAC, multi-layer SQL validation, and audit logging to ensure secure and reliable analytics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54dda1946d_6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54dda1946d_6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where our system really stands out. Security and Responsible AI are not added features — they are built into every step of the pipeline. On the security side, we enforce role-based access control, validate every query before execution, and use read-only connections to protect the database. On the Responsible AI side, we implement content safety filtering, sensitivity classification, and bias detection to ensure safe and fair outputs. We also provide full transparency and maintain audit logs for accountability. Every query is secured, validated, and evaluated before execution.”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dc9d8cbb1f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dc9d8cbb1f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how a user interacts with our system. First, the user logs in with a specific role, such as physician or billing. They then ask a question in plain English. The system uses AI to generate a SQL query, validates it, and enforces role-based access control before executing it. The results are returned as insights, tables, and visualizations. We also demonstrate how unauthorized queries are blocked, showing that our security and Responsible AI layers are actively working.”</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d5260bdd85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d5260bdd85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solution makes healthcare data more accessible, secure, and actionable. It allows non-technical users to query complex datasets without needing SQL expertise. At the same time, it enforces strict security and compliance through role-based access and validation. Most importantly, it reduces the time from question to insight from hours to seconds, enabling faster and more informed decision-making. Ultimately, we are bridging the gap between complex healthcare data and real-world decisions.”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1e71a4a866a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1e71a4a866a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conclude, we built an AI-powered system that transforms natural language into secure, actionable insights. By combining validation, role-based access control, and Responsible AI, we ensure that healthcare data is both accessible and safe to use. Ultimately, our goal is to bridge the gap between complex data and real-world decisions.”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54dda1946d_6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54dda1946d_6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hyperlink" Target="https://bit.ly/3A1uf1Q" TargetMode="External"/><Relationship Id="rId5" Type="http://schemas.openxmlformats.org/officeDocument/2006/relationships/hyperlink" Target="http://bit.ly/2TyoMsr" TargetMode="External"/><Relationship Id="rId6" Type="http://schemas.openxmlformats.org/officeDocument/2006/relationships/hyperlink" Target="http://bit.ly/2TtBDfr" TargetMode="External"/><Relationship Id="rId7"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0.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0" y="4098803"/>
            <a:ext cx="9143998" cy="2020744"/>
          </a:xfrm>
          <a:prstGeom prst="rect">
            <a:avLst/>
          </a:prstGeom>
          <a:noFill/>
          <a:ln>
            <a:noFill/>
          </a:ln>
        </p:spPr>
      </p:pic>
      <p:sp>
        <p:nvSpPr>
          <p:cNvPr id="10" name="Google Shape;10;p2"/>
          <p:cNvSpPr txBox="1"/>
          <p:nvPr>
            <p:ph type="ctrTitle"/>
          </p:nvPr>
        </p:nvSpPr>
        <p:spPr>
          <a:xfrm>
            <a:off x="1390500" y="1017750"/>
            <a:ext cx="6363000" cy="22827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Char char="-"/>
              <a:defRPr sz="7000">
                <a:latin typeface="Wix Madefor Display Medium"/>
                <a:ea typeface="Wix Madefor Display Medium"/>
                <a:cs typeface="Wix Madefor Display Medium"/>
                <a:sym typeface="Wix Madefor Display Medium"/>
              </a:defRPr>
            </a:lvl1pPr>
            <a:lvl2pPr lvl="1" algn="ctr">
              <a:spcBef>
                <a:spcPts val="0"/>
              </a:spcBef>
              <a:spcAft>
                <a:spcPts val="0"/>
              </a:spcAft>
              <a:buClr>
                <a:srgbClr val="191919"/>
              </a:buClr>
              <a:buSzPts val="5200"/>
              <a:buChar char="-"/>
              <a:defRPr sz="5200">
                <a:solidFill>
                  <a:srgbClr val="191919"/>
                </a:solidFill>
              </a:defRPr>
            </a:lvl2pPr>
            <a:lvl3pPr lvl="2" algn="ctr">
              <a:spcBef>
                <a:spcPts val="0"/>
              </a:spcBef>
              <a:spcAft>
                <a:spcPts val="0"/>
              </a:spcAft>
              <a:buClr>
                <a:srgbClr val="191919"/>
              </a:buClr>
              <a:buSzPts val="5200"/>
              <a:buChar char="-"/>
              <a:defRPr sz="5200">
                <a:solidFill>
                  <a:srgbClr val="191919"/>
                </a:solidFill>
              </a:defRPr>
            </a:lvl3pPr>
            <a:lvl4pPr lvl="3" algn="ctr">
              <a:spcBef>
                <a:spcPts val="0"/>
              </a:spcBef>
              <a:spcAft>
                <a:spcPts val="0"/>
              </a:spcAft>
              <a:buClr>
                <a:srgbClr val="191919"/>
              </a:buClr>
              <a:buSzPts val="5200"/>
              <a:buChar char="-"/>
              <a:defRPr sz="5200">
                <a:solidFill>
                  <a:srgbClr val="191919"/>
                </a:solidFill>
              </a:defRPr>
            </a:lvl4pPr>
            <a:lvl5pPr lvl="4" algn="ctr">
              <a:spcBef>
                <a:spcPts val="0"/>
              </a:spcBef>
              <a:spcAft>
                <a:spcPts val="0"/>
              </a:spcAft>
              <a:buClr>
                <a:srgbClr val="191919"/>
              </a:buClr>
              <a:buSzPts val="5200"/>
              <a:buChar char="-"/>
              <a:defRPr sz="5200">
                <a:solidFill>
                  <a:srgbClr val="191919"/>
                </a:solidFill>
              </a:defRPr>
            </a:lvl5pPr>
            <a:lvl6pPr lvl="5" algn="ctr">
              <a:spcBef>
                <a:spcPts val="0"/>
              </a:spcBef>
              <a:spcAft>
                <a:spcPts val="0"/>
              </a:spcAft>
              <a:buClr>
                <a:srgbClr val="191919"/>
              </a:buClr>
              <a:buSzPts val="5200"/>
              <a:buChar char="-"/>
              <a:defRPr sz="5200">
                <a:solidFill>
                  <a:srgbClr val="191919"/>
                </a:solidFill>
              </a:defRPr>
            </a:lvl6pPr>
            <a:lvl7pPr lvl="6" algn="ctr">
              <a:spcBef>
                <a:spcPts val="0"/>
              </a:spcBef>
              <a:spcAft>
                <a:spcPts val="0"/>
              </a:spcAft>
              <a:buClr>
                <a:srgbClr val="191919"/>
              </a:buClr>
              <a:buSzPts val="5200"/>
              <a:buChar char="-"/>
              <a:defRPr sz="5200">
                <a:solidFill>
                  <a:srgbClr val="191919"/>
                </a:solidFill>
              </a:defRPr>
            </a:lvl7pPr>
            <a:lvl8pPr lvl="7" algn="ctr">
              <a:spcBef>
                <a:spcPts val="0"/>
              </a:spcBef>
              <a:spcAft>
                <a:spcPts val="0"/>
              </a:spcAft>
              <a:buClr>
                <a:srgbClr val="191919"/>
              </a:buClr>
              <a:buSzPts val="5200"/>
              <a:buChar char="-"/>
              <a:defRPr sz="5200">
                <a:solidFill>
                  <a:srgbClr val="191919"/>
                </a:solidFill>
              </a:defRPr>
            </a:lvl8pPr>
            <a:lvl9pPr lvl="8" algn="ctr">
              <a:spcBef>
                <a:spcPts val="0"/>
              </a:spcBef>
              <a:spcAft>
                <a:spcPts val="0"/>
              </a:spcAft>
              <a:buClr>
                <a:srgbClr val="191919"/>
              </a:buClr>
              <a:buSzPts val="5200"/>
              <a:buChar char="-"/>
              <a:defRPr sz="5200">
                <a:solidFill>
                  <a:srgbClr val="191919"/>
                </a:solidFill>
              </a:defRPr>
            </a:lvl9pPr>
          </a:lstStyle>
          <a:p/>
        </p:txBody>
      </p:sp>
      <p:sp>
        <p:nvSpPr>
          <p:cNvPr id="11" name="Google Shape;11;p2"/>
          <p:cNvSpPr txBox="1"/>
          <p:nvPr>
            <p:ph idx="1" type="subTitle"/>
          </p:nvPr>
        </p:nvSpPr>
        <p:spPr>
          <a:xfrm>
            <a:off x="3154950" y="3622950"/>
            <a:ext cx="2834100" cy="7779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2" name="Google Shape;12;p2"/>
          <p:cNvGrpSpPr/>
          <p:nvPr/>
        </p:nvGrpSpPr>
        <p:grpSpPr>
          <a:xfrm>
            <a:off x="-1202725" y="-745600"/>
            <a:ext cx="11290099" cy="6595150"/>
            <a:chOff x="-1202725" y="-745600"/>
            <a:chExt cx="11290099" cy="6595150"/>
          </a:xfrm>
        </p:grpSpPr>
        <p:grpSp>
          <p:nvGrpSpPr>
            <p:cNvPr id="13" name="Google Shape;13;p2"/>
            <p:cNvGrpSpPr/>
            <p:nvPr/>
          </p:nvGrpSpPr>
          <p:grpSpPr>
            <a:xfrm>
              <a:off x="-1202725" y="1902350"/>
              <a:ext cx="2284449" cy="2284449"/>
              <a:chOff x="-1264450" y="1752750"/>
              <a:chExt cx="2284449" cy="2284449"/>
            </a:xfrm>
          </p:grpSpPr>
          <p:pic>
            <p:nvPicPr>
              <p:cNvPr id="14" name="Google Shape;14;p2"/>
              <p:cNvPicPr preferRelativeResize="0"/>
              <p:nvPr/>
            </p:nvPicPr>
            <p:blipFill>
              <a:blip r:embed="rId3">
                <a:alphaModFix/>
              </a:blip>
              <a:stretch>
                <a:fillRect/>
              </a:stretch>
            </p:blipFill>
            <p:spPr>
              <a:xfrm>
                <a:off x="-1264450" y="1752750"/>
                <a:ext cx="2284449" cy="2284449"/>
              </a:xfrm>
              <a:prstGeom prst="rect">
                <a:avLst/>
              </a:prstGeom>
              <a:noFill/>
              <a:ln>
                <a:noFill/>
              </a:ln>
            </p:spPr>
          </p:pic>
          <p:sp>
            <p:nvSpPr>
              <p:cNvPr id="15" name="Google Shape;15;p2"/>
              <p:cNvSpPr/>
              <p:nvPr/>
            </p:nvSpPr>
            <p:spPr>
              <a:xfrm>
                <a:off x="-864726" y="2152474"/>
                <a:ext cx="1485000" cy="14850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grpSp>
          <p:nvGrpSpPr>
            <p:cNvPr id="16" name="Google Shape;16;p2"/>
            <p:cNvGrpSpPr/>
            <p:nvPr/>
          </p:nvGrpSpPr>
          <p:grpSpPr>
            <a:xfrm>
              <a:off x="7802925" y="-649500"/>
              <a:ext cx="2284449" cy="2284449"/>
              <a:chOff x="7871475" y="-827825"/>
              <a:chExt cx="2284449" cy="2284449"/>
            </a:xfrm>
          </p:grpSpPr>
          <p:pic>
            <p:nvPicPr>
              <p:cNvPr id="17" name="Google Shape;17;p2"/>
              <p:cNvPicPr preferRelativeResize="0"/>
              <p:nvPr/>
            </p:nvPicPr>
            <p:blipFill>
              <a:blip r:embed="rId3">
                <a:alphaModFix/>
              </a:blip>
              <a:stretch>
                <a:fillRect/>
              </a:stretch>
            </p:blipFill>
            <p:spPr>
              <a:xfrm>
                <a:off x="7871475" y="-827825"/>
                <a:ext cx="2284449" cy="2284449"/>
              </a:xfrm>
              <a:prstGeom prst="rect">
                <a:avLst/>
              </a:prstGeom>
              <a:noFill/>
              <a:ln>
                <a:noFill/>
              </a:ln>
            </p:spPr>
          </p:pic>
          <p:sp>
            <p:nvSpPr>
              <p:cNvPr id="18" name="Google Shape;18;p2"/>
              <p:cNvSpPr/>
              <p:nvPr/>
            </p:nvSpPr>
            <p:spPr>
              <a:xfrm>
                <a:off x="8271199" y="-428101"/>
                <a:ext cx="1485000" cy="14850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sp>
          <p:nvSpPr>
            <p:cNvPr id="19" name="Google Shape;19;p2"/>
            <p:cNvSpPr/>
            <p:nvPr/>
          </p:nvSpPr>
          <p:spPr>
            <a:xfrm>
              <a:off x="8297449" y="4364549"/>
              <a:ext cx="1485000" cy="14850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20" name="Google Shape;20;p2"/>
            <p:cNvSpPr/>
            <p:nvPr/>
          </p:nvSpPr>
          <p:spPr>
            <a:xfrm>
              <a:off x="868700" y="-745600"/>
              <a:ext cx="1033200" cy="10332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grpSp>
        <p:nvGrpSpPr>
          <p:cNvPr id="21" name="Google Shape;21;p2"/>
          <p:cNvGrpSpPr/>
          <p:nvPr/>
        </p:nvGrpSpPr>
        <p:grpSpPr>
          <a:xfrm>
            <a:off x="-89875" y="-185150"/>
            <a:ext cx="9233863" cy="5584675"/>
            <a:chOff x="-89875" y="-185150"/>
            <a:chExt cx="9233863" cy="5584675"/>
          </a:xfrm>
        </p:grpSpPr>
        <p:sp>
          <p:nvSpPr>
            <p:cNvPr id="22" name="Google Shape;22;p2"/>
            <p:cNvSpPr/>
            <p:nvPr/>
          </p:nvSpPr>
          <p:spPr>
            <a:xfrm>
              <a:off x="69950" y="4459800"/>
              <a:ext cx="683700" cy="683700"/>
            </a:xfrm>
            <a:prstGeom prst="mathPlus">
              <a:avLst>
                <a:gd fmla="val 23520" name="adj1"/>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23" name="Google Shape;23;p2"/>
            <p:cNvSpPr/>
            <p:nvPr/>
          </p:nvSpPr>
          <p:spPr>
            <a:xfrm>
              <a:off x="6372450" y="-185150"/>
              <a:ext cx="683700" cy="683700"/>
            </a:xfrm>
            <a:prstGeom prst="mathPlus">
              <a:avLst>
                <a:gd fmla="val 23520" name="adj1"/>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24" name="Google Shape;24;p2"/>
            <p:cNvSpPr/>
            <p:nvPr/>
          </p:nvSpPr>
          <p:spPr>
            <a:xfrm>
              <a:off x="8460288" y="2297450"/>
              <a:ext cx="683700" cy="683700"/>
            </a:xfrm>
            <a:prstGeom prst="mathPlus">
              <a:avLst>
                <a:gd fmla="val 23520" name="adj1"/>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25" name="Google Shape;25;p2"/>
            <p:cNvSpPr/>
            <p:nvPr/>
          </p:nvSpPr>
          <p:spPr>
            <a:xfrm>
              <a:off x="1315025" y="4535525"/>
              <a:ext cx="864000" cy="864000"/>
            </a:xfrm>
            <a:prstGeom prst="mathPlus">
              <a:avLst>
                <a:gd fmla="val 23520" name="adj1"/>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26" name="Google Shape;26;p2"/>
            <p:cNvSpPr/>
            <p:nvPr/>
          </p:nvSpPr>
          <p:spPr>
            <a:xfrm>
              <a:off x="7172750" y="66275"/>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27" name="Google Shape;27;p2"/>
            <p:cNvSpPr/>
            <p:nvPr/>
          </p:nvSpPr>
          <p:spPr>
            <a:xfrm>
              <a:off x="8297450" y="1444750"/>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28" name="Google Shape;28;p2"/>
            <p:cNvSpPr/>
            <p:nvPr/>
          </p:nvSpPr>
          <p:spPr>
            <a:xfrm>
              <a:off x="753650" y="4043900"/>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29" name="Google Shape;29;p2"/>
            <p:cNvSpPr/>
            <p:nvPr/>
          </p:nvSpPr>
          <p:spPr>
            <a:xfrm>
              <a:off x="-89875" y="3776100"/>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pic>
        <p:nvPicPr>
          <p:cNvPr id="31" name="Google Shape;31;p3"/>
          <p:cNvPicPr preferRelativeResize="0"/>
          <p:nvPr/>
        </p:nvPicPr>
        <p:blipFill>
          <a:blip r:embed="rId2">
            <a:alphaModFix/>
          </a:blip>
          <a:stretch>
            <a:fillRect/>
          </a:stretch>
        </p:blipFill>
        <p:spPr>
          <a:xfrm>
            <a:off x="0" y="3941203"/>
            <a:ext cx="9143998" cy="2020744"/>
          </a:xfrm>
          <a:prstGeom prst="rect">
            <a:avLst/>
          </a:prstGeom>
          <a:noFill/>
          <a:ln>
            <a:noFill/>
          </a:ln>
        </p:spPr>
      </p:pic>
      <p:grpSp>
        <p:nvGrpSpPr>
          <p:cNvPr id="32" name="Google Shape;32;p3"/>
          <p:cNvGrpSpPr/>
          <p:nvPr/>
        </p:nvGrpSpPr>
        <p:grpSpPr>
          <a:xfrm>
            <a:off x="-1070300" y="-742025"/>
            <a:ext cx="11379674" cy="6578375"/>
            <a:chOff x="-1070300" y="-742025"/>
            <a:chExt cx="11379674" cy="6578375"/>
          </a:xfrm>
        </p:grpSpPr>
        <p:grpSp>
          <p:nvGrpSpPr>
            <p:cNvPr id="33" name="Google Shape;33;p3"/>
            <p:cNvGrpSpPr/>
            <p:nvPr/>
          </p:nvGrpSpPr>
          <p:grpSpPr>
            <a:xfrm>
              <a:off x="-1070300" y="369050"/>
              <a:ext cx="2284449" cy="2284449"/>
              <a:chOff x="-1264450" y="1752750"/>
              <a:chExt cx="2284449" cy="2284449"/>
            </a:xfrm>
          </p:grpSpPr>
          <p:pic>
            <p:nvPicPr>
              <p:cNvPr id="34" name="Google Shape;34;p3"/>
              <p:cNvPicPr preferRelativeResize="0"/>
              <p:nvPr/>
            </p:nvPicPr>
            <p:blipFill>
              <a:blip r:embed="rId3">
                <a:alphaModFix/>
              </a:blip>
              <a:stretch>
                <a:fillRect/>
              </a:stretch>
            </p:blipFill>
            <p:spPr>
              <a:xfrm>
                <a:off x="-1264450" y="1752750"/>
                <a:ext cx="2284449" cy="2284449"/>
              </a:xfrm>
              <a:prstGeom prst="rect">
                <a:avLst/>
              </a:prstGeom>
              <a:noFill/>
              <a:ln>
                <a:noFill/>
              </a:ln>
            </p:spPr>
          </p:pic>
          <p:sp>
            <p:nvSpPr>
              <p:cNvPr id="35" name="Google Shape;35;p3"/>
              <p:cNvSpPr/>
              <p:nvPr/>
            </p:nvSpPr>
            <p:spPr>
              <a:xfrm>
                <a:off x="-864726" y="2152474"/>
                <a:ext cx="1485000" cy="14850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grpSp>
          <p:nvGrpSpPr>
            <p:cNvPr id="36" name="Google Shape;36;p3"/>
            <p:cNvGrpSpPr/>
            <p:nvPr/>
          </p:nvGrpSpPr>
          <p:grpSpPr>
            <a:xfrm>
              <a:off x="8024925" y="2787475"/>
              <a:ext cx="2284449" cy="2284449"/>
              <a:chOff x="-1264450" y="1752750"/>
              <a:chExt cx="2284449" cy="2284449"/>
            </a:xfrm>
          </p:grpSpPr>
          <p:pic>
            <p:nvPicPr>
              <p:cNvPr id="37" name="Google Shape;37;p3"/>
              <p:cNvPicPr preferRelativeResize="0"/>
              <p:nvPr/>
            </p:nvPicPr>
            <p:blipFill>
              <a:blip r:embed="rId3">
                <a:alphaModFix/>
              </a:blip>
              <a:stretch>
                <a:fillRect/>
              </a:stretch>
            </p:blipFill>
            <p:spPr>
              <a:xfrm>
                <a:off x="-1264450" y="1752750"/>
                <a:ext cx="2284449" cy="2284449"/>
              </a:xfrm>
              <a:prstGeom prst="rect">
                <a:avLst/>
              </a:prstGeom>
              <a:noFill/>
              <a:ln>
                <a:noFill/>
              </a:ln>
            </p:spPr>
          </p:pic>
          <p:sp>
            <p:nvSpPr>
              <p:cNvPr id="38" name="Google Shape;38;p3"/>
              <p:cNvSpPr/>
              <p:nvPr/>
            </p:nvSpPr>
            <p:spPr>
              <a:xfrm>
                <a:off x="-864726" y="2152474"/>
                <a:ext cx="1485000" cy="14850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sp>
          <p:nvSpPr>
            <p:cNvPr id="39" name="Google Shape;39;p3"/>
            <p:cNvSpPr/>
            <p:nvPr/>
          </p:nvSpPr>
          <p:spPr>
            <a:xfrm>
              <a:off x="7248975" y="-742025"/>
              <a:ext cx="1033200" cy="10332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40" name="Google Shape;40;p3"/>
            <p:cNvSpPr/>
            <p:nvPr/>
          </p:nvSpPr>
          <p:spPr>
            <a:xfrm>
              <a:off x="780625" y="4803150"/>
              <a:ext cx="1033200" cy="10332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sp>
        <p:nvSpPr>
          <p:cNvPr id="41" name="Google Shape;41;p3"/>
          <p:cNvSpPr txBox="1"/>
          <p:nvPr>
            <p:ph type="title"/>
          </p:nvPr>
        </p:nvSpPr>
        <p:spPr>
          <a:xfrm>
            <a:off x="2038200" y="2566625"/>
            <a:ext cx="5067600" cy="10713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2" name="Google Shape;42;p3"/>
          <p:cNvSpPr txBox="1"/>
          <p:nvPr>
            <p:ph hasCustomPrompt="1" idx="2" type="title"/>
          </p:nvPr>
        </p:nvSpPr>
        <p:spPr>
          <a:xfrm>
            <a:off x="4039500" y="1085325"/>
            <a:ext cx="1065000" cy="915900"/>
          </a:xfrm>
          <a:prstGeom prst="rect">
            <a:avLst/>
          </a:prstGeom>
          <a:noFill/>
        </p:spPr>
        <p:txBody>
          <a:bodyPr anchorCtr="0" anchor="ctr" bIns="91425" lIns="91425" spcFirstLastPara="1" rIns="91425" wrap="square" tIns="91425">
            <a:noAutofit/>
          </a:bodyPr>
          <a:lstStyle>
            <a:lvl1pPr lvl="0" rtl="0">
              <a:lnSpc>
                <a:spcPct val="115000"/>
              </a:lnSpc>
              <a:spcBef>
                <a:spcPts val="0"/>
              </a:spcBef>
              <a:spcAft>
                <a:spcPts val="0"/>
              </a:spcAft>
              <a:buClr>
                <a:schemeClr val="lt1"/>
              </a:buClr>
              <a:buSzPts val="6000"/>
              <a:buNone/>
              <a:defRPr sz="5000">
                <a:latin typeface="Hind"/>
                <a:ea typeface="Hind"/>
                <a:cs typeface="Hind"/>
                <a:sym typeface="Hind"/>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43" name="Google Shape;43;p3"/>
          <p:cNvSpPr txBox="1"/>
          <p:nvPr>
            <p:ph idx="1" type="subTitle"/>
          </p:nvPr>
        </p:nvSpPr>
        <p:spPr>
          <a:xfrm>
            <a:off x="2038200" y="3672425"/>
            <a:ext cx="5067600" cy="515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600">
                <a:solidFill>
                  <a:schemeClr val="dk2"/>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44" name="Google Shape;44;p3"/>
          <p:cNvGrpSpPr/>
          <p:nvPr/>
        </p:nvGrpSpPr>
        <p:grpSpPr>
          <a:xfrm>
            <a:off x="371375" y="146825"/>
            <a:ext cx="7989463" cy="4799025"/>
            <a:chOff x="371375" y="146825"/>
            <a:chExt cx="7989463" cy="4799025"/>
          </a:xfrm>
        </p:grpSpPr>
        <p:sp>
          <p:nvSpPr>
            <p:cNvPr id="45" name="Google Shape;45;p3"/>
            <p:cNvSpPr/>
            <p:nvPr/>
          </p:nvSpPr>
          <p:spPr>
            <a:xfrm>
              <a:off x="7677138" y="3427875"/>
              <a:ext cx="683700" cy="683700"/>
            </a:xfrm>
            <a:prstGeom prst="mathPlus">
              <a:avLst>
                <a:gd fmla="val 23520" name="adj1"/>
              </a:avLst>
            </a:prstGeom>
            <a:solidFill>
              <a:srgbClr val="77BEE0">
                <a:alpha val="1899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46" name="Google Shape;46;p3"/>
            <p:cNvSpPr/>
            <p:nvPr/>
          </p:nvSpPr>
          <p:spPr>
            <a:xfrm>
              <a:off x="371375" y="146825"/>
              <a:ext cx="683700" cy="683700"/>
            </a:xfrm>
            <a:prstGeom prst="mathPlus">
              <a:avLst>
                <a:gd fmla="val 23520" name="adj1"/>
              </a:avLst>
            </a:prstGeom>
            <a:solidFill>
              <a:srgbClr val="CFE7EF">
                <a:alpha val="287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47" name="Google Shape;47;p3"/>
            <p:cNvSpPr/>
            <p:nvPr/>
          </p:nvSpPr>
          <p:spPr>
            <a:xfrm>
              <a:off x="7172750" y="4262150"/>
              <a:ext cx="683700" cy="683700"/>
            </a:xfrm>
            <a:prstGeom prst="mathPlus">
              <a:avLst>
                <a:gd fmla="val 23520" name="adj1"/>
              </a:avLst>
            </a:prstGeom>
            <a:solidFill>
              <a:srgbClr val="CFE7EF">
                <a:alpha val="287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8" name="Shape 48"/>
        <p:cNvGrpSpPr/>
        <p:nvPr/>
      </p:nvGrpSpPr>
      <p:grpSpPr>
        <a:xfrm>
          <a:off x="0" y="0"/>
          <a:ext cx="0" cy="0"/>
          <a:chOff x="0" y="0"/>
          <a:chExt cx="0" cy="0"/>
        </a:xfrm>
      </p:grpSpPr>
      <p:grpSp>
        <p:nvGrpSpPr>
          <p:cNvPr id="49" name="Google Shape;49;p4"/>
          <p:cNvGrpSpPr/>
          <p:nvPr/>
        </p:nvGrpSpPr>
        <p:grpSpPr>
          <a:xfrm>
            <a:off x="-721750" y="-865925"/>
            <a:ext cx="10587500" cy="6953250"/>
            <a:chOff x="-721750" y="-865925"/>
            <a:chExt cx="10587500" cy="6953250"/>
          </a:xfrm>
        </p:grpSpPr>
        <p:pic>
          <p:nvPicPr>
            <p:cNvPr id="50" name="Google Shape;50;p4"/>
            <p:cNvPicPr preferRelativeResize="0"/>
            <p:nvPr/>
          </p:nvPicPr>
          <p:blipFill>
            <a:blip r:embed="rId2">
              <a:alphaModFix/>
            </a:blip>
            <a:stretch>
              <a:fillRect/>
            </a:stretch>
          </p:blipFill>
          <p:spPr>
            <a:xfrm rot="-5400000">
              <a:off x="6260475" y="1434300"/>
              <a:ext cx="5905500" cy="1305050"/>
            </a:xfrm>
            <a:prstGeom prst="rect">
              <a:avLst/>
            </a:prstGeom>
            <a:noFill/>
            <a:ln>
              <a:noFill/>
            </a:ln>
          </p:spPr>
        </p:pic>
        <p:pic>
          <p:nvPicPr>
            <p:cNvPr id="51" name="Google Shape;51;p4"/>
            <p:cNvPicPr preferRelativeResize="0"/>
            <p:nvPr/>
          </p:nvPicPr>
          <p:blipFill>
            <a:blip r:embed="rId2">
              <a:alphaModFix/>
            </a:blip>
            <a:stretch>
              <a:fillRect/>
            </a:stretch>
          </p:blipFill>
          <p:spPr>
            <a:xfrm rot="5400000">
              <a:off x="-3021975" y="2482050"/>
              <a:ext cx="5905500" cy="1305050"/>
            </a:xfrm>
            <a:prstGeom prst="rect">
              <a:avLst/>
            </a:prstGeom>
            <a:noFill/>
            <a:ln>
              <a:noFill/>
            </a:ln>
          </p:spPr>
        </p:pic>
      </p:grpSp>
      <p:sp>
        <p:nvSpPr>
          <p:cNvPr id="52" name="Google Shape;52;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3" name="Google Shape;53;p4"/>
          <p:cNvSpPr txBox="1"/>
          <p:nvPr>
            <p:ph idx="1" type="body"/>
          </p:nvPr>
        </p:nvSpPr>
        <p:spPr>
          <a:xfrm>
            <a:off x="720000" y="1170850"/>
            <a:ext cx="7704000" cy="4467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Font typeface="Lato Light"/>
              <a:buChar char="●"/>
              <a:defRPr>
                <a:solidFill>
                  <a:schemeClr val="dk2"/>
                </a:solidFill>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4" name="Shape 54"/>
        <p:cNvGrpSpPr/>
        <p:nvPr/>
      </p:nvGrpSpPr>
      <p:grpSpPr>
        <a:xfrm>
          <a:off x="0" y="0"/>
          <a:ext cx="0" cy="0"/>
          <a:chOff x="0" y="0"/>
          <a:chExt cx="0" cy="0"/>
        </a:xfrm>
      </p:grpSpPr>
      <p:pic>
        <p:nvPicPr>
          <p:cNvPr id="55" name="Google Shape;55;p5"/>
          <p:cNvPicPr preferRelativeResize="0"/>
          <p:nvPr/>
        </p:nvPicPr>
        <p:blipFill rotWithShape="1">
          <a:blip r:embed="rId2">
            <a:alphaModFix/>
          </a:blip>
          <a:srcRect b="46392" l="0" r="0" t="0"/>
          <a:stretch/>
        </p:blipFill>
        <p:spPr>
          <a:xfrm>
            <a:off x="0" y="4249676"/>
            <a:ext cx="9143998" cy="1083250"/>
          </a:xfrm>
          <a:prstGeom prst="rect">
            <a:avLst/>
          </a:prstGeom>
          <a:noFill/>
          <a:ln>
            <a:noFill/>
          </a:ln>
        </p:spPr>
      </p:pic>
      <p:grpSp>
        <p:nvGrpSpPr>
          <p:cNvPr id="56" name="Google Shape;56;p5"/>
          <p:cNvGrpSpPr/>
          <p:nvPr/>
        </p:nvGrpSpPr>
        <p:grpSpPr>
          <a:xfrm>
            <a:off x="-872795" y="-871100"/>
            <a:ext cx="9389145" cy="4242669"/>
            <a:chOff x="-872795" y="-871100"/>
            <a:chExt cx="9389145" cy="4242669"/>
          </a:xfrm>
        </p:grpSpPr>
        <p:grpSp>
          <p:nvGrpSpPr>
            <p:cNvPr id="57" name="Google Shape;57;p5"/>
            <p:cNvGrpSpPr/>
            <p:nvPr/>
          </p:nvGrpSpPr>
          <p:grpSpPr>
            <a:xfrm>
              <a:off x="-872795" y="1520937"/>
              <a:ext cx="1850632" cy="1850632"/>
              <a:chOff x="-1264450" y="1752750"/>
              <a:chExt cx="2284449" cy="2284449"/>
            </a:xfrm>
          </p:grpSpPr>
          <p:pic>
            <p:nvPicPr>
              <p:cNvPr id="58" name="Google Shape;58;p5"/>
              <p:cNvPicPr preferRelativeResize="0"/>
              <p:nvPr/>
            </p:nvPicPr>
            <p:blipFill>
              <a:blip r:embed="rId3">
                <a:alphaModFix/>
              </a:blip>
              <a:stretch>
                <a:fillRect/>
              </a:stretch>
            </p:blipFill>
            <p:spPr>
              <a:xfrm>
                <a:off x="-1264450" y="1752750"/>
                <a:ext cx="2284449" cy="2284449"/>
              </a:xfrm>
              <a:prstGeom prst="rect">
                <a:avLst/>
              </a:prstGeom>
              <a:noFill/>
              <a:ln>
                <a:noFill/>
              </a:ln>
            </p:spPr>
          </p:pic>
          <p:sp>
            <p:nvSpPr>
              <p:cNvPr id="59" name="Google Shape;59;p5"/>
              <p:cNvSpPr/>
              <p:nvPr/>
            </p:nvSpPr>
            <p:spPr>
              <a:xfrm>
                <a:off x="-864726" y="2152474"/>
                <a:ext cx="1485000" cy="14850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sp>
          <p:nvSpPr>
            <p:cNvPr id="60" name="Google Shape;60;p5"/>
            <p:cNvSpPr/>
            <p:nvPr/>
          </p:nvSpPr>
          <p:spPr>
            <a:xfrm>
              <a:off x="7105750" y="-871100"/>
              <a:ext cx="1410600" cy="14106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grpSp>
        <p:nvGrpSpPr>
          <p:cNvPr id="61" name="Google Shape;61;p5"/>
          <p:cNvGrpSpPr/>
          <p:nvPr/>
        </p:nvGrpSpPr>
        <p:grpSpPr>
          <a:xfrm>
            <a:off x="78450" y="45375"/>
            <a:ext cx="9087900" cy="5133525"/>
            <a:chOff x="78450" y="45375"/>
            <a:chExt cx="9087900" cy="5133525"/>
          </a:xfrm>
        </p:grpSpPr>
        <p:sp>
          <p:nvSpPr>
            <p:cNvPr id="62" name="Google Shape;62;p5"/>
            <p:cNvSpPr/>
            <p:nvPr/>
          </p:nvSpPr>
          <p:spPr>
            <a:xfrm>
              <a:off x="8482650" y="589850"/>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63" name="Google Shape;63;p5"/>
            <p:cNvSpPr/>
            <p:nvPr/>
          </p:nvSpPr>
          <p:spPr>
            <a:xfrm>
              <a:off x="6388350" y="45375"/>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64" name="Google Shape;64;p5"/>
            <p:cNvSpPr/>
            <p:nvPr/>
          </p:nvSpPr>
          <p:spPr>
            <a:xfrm>
              <a:off x="294125" y="2983625"/>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65" name="Google Shape;65;p5"/>
            <p:cNvSpPr/>
            <p:nvPr/>
          </p:nvSpPr>
          <p:spPr>
            <a:xfrm>
              <a:off x="78450" y="3811500"/>
              <a:ext cx="683700" cy="683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66" name="Google Shape;66;p5"/>
            <p:cNvSpPr/>
            <p:nvPr/>
          </p:nvSpPr>
          <p:spPr>
            <a:xfrm>
              <a:off x="818800" y="4495200"/>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sp>
        <p:nvSpPr>
          <p:cNvPr id="67" name="Google Shape;67;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8" name="Google Shape;68;p5"/>
          <p:cNvSpPr txBox="1"/>
          <p:nvPr>
            <p:ph idx="1" type="subTitle"/>
          </p:nvPr>
        </p:nvSpPr>
        <p:spPr>
          <a:xfrm>
            <a:off x="5135899" y="3755509"/>
            <a:ext cx="2505600" cy="673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solidFill>
                  <a:schemeClr val="dk2"/>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9" name="Google Shape;69;p5"/>
          <p:cNvSpPr txBox="1"/>
          <p:nvPr>
            <p:ph idx="2" type="subTitle"/>
          </p:nvPr>
        </p:nvSpPr>
        <p:spPr>
          <a:xfrm>
            <a:off x="1502500" y="3755509"/>
            <a:ext cx="2505600" cy="673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solidFill>
                  <a:schemeClr val="dk2"/>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0" name="Google Shape;70;p5"/>
          <p:cNvSpPr txBox="1"/>
          <p:nvPr>
            <p:ph idx="3" type="subTitle"/>
          </p:nvPr>
        </p:nvSpPr>
        <p:spPr>
          <a:xfrm>
            <a:off x="5135888" y="3306050"/>
            <a:ext cx="2505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sz="2400">
                <a:solidFill>
                  <a:schemeClr val="dk1"/>
                </a:solidFill>
                <a:latin typeface="Inter Medium"/>
                <a:ea typeface="Inter Medium"/>
                <a:cs typeface="Inter Medium"/>
                <a:sym typeface="Inter Medium"/>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71" name="Google Shape;71;p5"/>
          <p:cNvSpPr txBox="1"/>
          <p:nvPr>
            <p:ph idx="4" type="subTitle"/>
          </p:nvPr>
        </p:nvSpPr>
        <p:spPr>
          <a:xfrm>
            <a:off x="1502500" y="3306050"/>
            <a:ext cx="2505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sz="2400">
                <a:solidFill>
                  <a:schemeClr val="dk1"/>
                </a:solidFill>
                <a:latin typeface="Inter Medium"/>
                <a:ea typeface="Inter Medium"/>
                <a:cs typeface="Inter Medium"/>
                <a:sym typeface="Inter Medium"/>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grpSp>
        <p:nvGrpSpPr>
          <p:cNvPr id="73" name="Google Shape;73;p6"/>
          <p:cNvGrpSpPr/>
          <p:nvPr/>
        </p:nvGrpSpPr>
        <p:grpSpPr>
          <a:xfrm>
            <a:off x="-1065672" y="-1643281"/>
            <a:ext cx="11370801" cy="7945620"/>
            <a:chOff x="-1065672" y="-1643281"/>
            <a:chExt cx="11370801" cy="7945620"/>
          </a:xfrm>
        </p:grpSpPr>
        <p:pic>
          <p:nvPicPr>
            <p:cNvPr id="74" name="Google Shape;74;p6"/>
            <p:cNvPicPr preferRelativeResize="0"/>
            <p:nvPr/>
          </p:nvPicPr>
          <p:blipFill rotWithShape="1">
            <a:blip r:embed="rId2">
              <a:alphaModFix/>
            </a:blip>
            <a:srcRect b="0" l="0" r="39191" t="0"/>
            <a:stretch/>
          </p:blipFill>
          <p:spPr>
            <a:xfrm rot="10294837">
              <a:off x="-947698" y="-1247100"/>
              <a:ext cx="5560398" cy="2020751"/>
            </a:xfrm>
            <a:prstGeom prst="rect">
              <a:avLst/>
            </a:prstGeom>
            <a:noFill/>
            <a:ln>
              <a:noFill/>
            </a:ln>
          </p:spPr>
        </p:pic>
        <p:pic>
          <p:nvPicPr>
            <p:cNvPr id="75" name="Google Shape;75;p6"/>
            <p:cNvPicPr preferRelativeResize="0"/>
            <p:nvPr/>
          </p:nvPicPr>
          <p:blipFill rotWithShape="1">
            <a:blip r:embed="rId3">
              <a:alphaModFix/>
            </a:blip>
            <a:srcRect b="0" l="0" r="39799" t="0"/>
            <a:stretch/>
          </p:blipFill>
          <p:spPr>
            <a:xfrm rot="-261524">
              <a:off x="4731500" y="4075325"/>
              <a:ext cx="5504800" cy="2020751"/>
            </a:xfrm>
            <a:prstGeom prst="rect">
              <a:avLst/>
            </a:prstGeom>
            <a:noFill/>
            <a:ln>
              <a:noFill/>
            </a:ln>
          </p:spPr>
        </p:pic>
      </p:grpSp>
      <p:sp>
        <p:nvSpPr>
          <p:cNvPr id="76" name="Google Shape;76;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7" name="Shape 77"/>
        <p:cNvGrpSpPr/>
        <p:nvPr/>
      </p:nvGrpSpPr>
      <p:grpSpPr>
        <a:xfrm>
          <a:off x="0" y="0"/>
          <a:ext cx="0" cy="0"/>
          <a:chOff x="0" y="0"/>
          <a:chExt cx="0" cy="0"/>
        </a:xfrm>
      </p:grpSpPr>
      <p:sp>
        <p:nvSpPr>
          <p:cNvPr id="78" name="Google Shape;78;p7"/>
          <p:cNvSpPr txBox="1"/>
          <p:nvPr>
            <p:ph type="title"/>
          </p:nvPr>
        </p:nvSpPr>
        <p:spPr>
          <a:xfrm>
            <a:off x="713225" y="539500"/>
            <a:ext cx="4214700" cy="17883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9" name="Google Shape;79;p7"/>
          <p:cNvSpPr txBox="1"/>
          <p:nvPr>
            <p:ph idx="1" type="subTitle"/>
          </p:nvPr>
        </p:nvSpPr>
        <p:spPr>
          <a:xfrm>
            <a:off x="713225" y="2403991"/>
            <a:ext cx="4214700" cy="21264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80" name="Google Shape;80;p7"/>
          <p:cNvSpPr/>
          <p:nvPr>
            <p:ph idx="2" type="pic"/>
          </p:nvPr>
        </p:nvSpPr>
        <p:spPr>
          <a:xfrm>
            <a:off x="5190675" y="533875"/>
            <a:ext cx="3117900" cy="4075800"/>
          </a:xfrm>
          <a:prstGeom prst="rect">
            <a:avLst/>
          </a:prstGeom>
          <a:noFill/>
          <a:ln>
            <a:noFill/>
          </a:ln>
        </p:spPr>
      </p:sp>
      <p:pic>
        <p:nvPicPr>
          <p:cNvPr id="81" name="Google Shape;81;p7"/>
          <p:cNvPicPr preferRelativeResize="0"/>
          <p:nvPr/>
        </p:nvPicPr>
        <p:blipFill>
          <a:blip r:embed="rId2">
            <a:alphaModFix/>
          </a:blip>
          <a:stretch>
            <a:fillRect/>
          </a:stretch>
        </p:blipFill>
        <p:spPr>
          <a:xfrm>
            <a:off x="0" y="4249253"/>
            <a:ext cx="9143998" cy="2020744"/>
          </a:xfrm>
          <a:prstGeom prst="rect">
            <a:avLst/>
          </a:prstGeom>
          <a:noFill/>
          <a:ln>
            <a:noFill/>
          </a:ln>
        </p:spPr>
      </p:pic>
      <p:sp>
        <p:nvSpPr>
          <p:cNvPr id="82" name="Google Shape;82;p7"/>
          <p:cNvSpPr/>
          <p:nvPr/>
        </p:nvSpPr>
        <p:spPr>
          <a:xfrm>
            <a:off x="196625" y="-499325"/>
            <a:ext cx="1033200" cy="10332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nvGrpSpPr>
          <p:cNvPr id="83" name="Google Shape;83;p7"/>
          <p:cNvGrpSpPr/>
          <p:nvPr/>
        </p:nvGrpSpPr>
        <p:grpSpPr>
          <a:xfrm>
            <a:off x="7309225" y="-149825"/>
            <a:ext cx="1765725" cy="5095675"/>
            <a:chOff x="7309225" y="-149825"/>
            <a:chExt cx="1765725" cy="5095675"/>
          </a:xfrm>
        </p:grpSpPr>
        <p:sp>
          <p:nvSpPr>
            <p:cNvPr id="84" name="Google Shape;84;p7"/>
            <p:cNvSpPr/>
            <p:nvPr/>
          </p:nvSpPr>
          <p:spPr>
            <a:xfrm>
              <a:off x="8349913" y="1073800"/>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85" name="Google Shape;85;p7"/>
            <p:cNvSpPr/>
            <p:nvPr/>
          </p:nvSpPr>
          <p:spPr>
            <a:xfrm>
              <a:off x="8088913" y="4262150"/>
              <a:ext cx="683700" cy="683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86" name="Google Shape;86;p7"/>
            <p:cNvSpPr/>
            <p:nvPr/>
          </p:nvSpPr>
          <p:spPr>
            <a:xfrm>
              <a:off x="8391238" y="197650"/>
              <a:ext cx="683700" cy="683700"/>
            </a:xfrm>
            <a:prstGeom prst="mathPlus">
              <a:avLst>
                <a:gd fmla="val 23520" name="adj1"/>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87" name="Google Shape;87;p7"/>
            <p:cNvSpPr/>
            <p:nvPr/>
          </p:nvSpPr>
          <p:spPr>
            <a:xfrm>
              <a:off x="8391250" y="3578450"/>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88" name="Google Shape;88;p7"/>
            <p:cNvSpPr/>
            <p:nvPr/>
          </p:nvSpPr>
          <p:spPr>
            <a:xfrm>
              <a:off x="7309225" y="-149825"/>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9" name="Shape 89"/>
        <p:cNvGrpSpPr/>
        <p:nvPr/>
      </p:nvGrpSpPr>
      <p:grpSpPr>
        <a:xfrm>
          <a:off x="0" y="0"/>
          <a:ext cx="0" cy="0"/>
          <a:chOff x="0" y="0"/>
          <a:chExt cx="0" cy="0"/>
        </a:xfrm>
      </p:grpSpPr>
      <p:grpSp>
        <p:nvGrpSpPr>
          <p:cNvPr id="90" name="Google Shape;90;p8"/>
          <p:cNvGrpSpPr/>
          <p:nvPr/>
        </p:nvGrpSpPr>
        <p:grpSpPr>
          <a:xfrm>
            <a:off x="186275" y="0"/>
            <a:ext cx="9276788" cy="4726025"/>
            <a:chOff x="186275" y="0"/>
            <a:chExt cx="9276788" cy="4726025"/>
          </a:xfrm>
        </p:grpSpPr>
        <p:sp>
          <p:nvSpPr>
            <p:cNvPr id="91" name="Google Shape;91;p8"/>
            <p:cNvSpPr/>
            <p:nvPr/>
          </p:nvSpPr>
          <p:spPr>
            <a:xfrm>
              <a:off x="8095663" y="3638550"/>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92" name="Google Shape;92;p8"/>
            <p:cNvSpPr/>
            <p:nvPr/>
          </p:nvSpPr>
          <p:spPr>
            <a:xfrm>
              <a:off x="371375" y="1797725"/>
              <a:ext cx="683700" cy="683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93" name="Google Shape;93;p8"/>
            <p:cNvSpPr/>
            <p:nvPr/>
          </p:nvSpPr>
          <p:spPr>
            <a:xfrm>
              <a:off x="186275" y="853975"/>
              <a:ext cx="683700" cy="683700"/>
            </a:xfrm>
            <a:prstGeom prst="mathPlus">
              <a:avLst>
                <a:gd fmla="val 23520" name="adj1"/>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94" name="Google Shape;94;p8"/>
            <p:cNvSpPr/>
            <p:nvPr/>
          </p:nvSpPr>
          <p:spPr>
            <a:xfrm>
              <a:off x="8779363" y="2986950"/>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95" name="Google Shape;95;p8"/>
            <p:cNvSpPr/>
            <p:nvPr/>
          </p:nvSpPr>
          <p:spPr>
            <a:xfrm>
              <a:off x="8042438" y="2808850"/>
              <a:ext cx="683700" cy="683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96" name="Google Shape;96;p8"/>
            <p:cNvSpPr/>
            <p:nvPr/>
          </p:nvSpPr>
          <p:spPr>
            <a:xfrm>
              <a:off x="7185338" y="0"/>
              <a:ext cx="683700" cy="683700"/>
            </a:xfrm>
            <a:prstGeom prst="mathPlus">
              <a:avLst>
                <a:gd fmla="val 23520" name="adj1"/>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97" name="Google Shape;97;p8"/>
            <p:cNvSpPr/>
            <p:nvPr/>
          </p:nvSpPr>
          <p:spPr>
            <a:xfrm>
              <a:off x="517838" y="4042325"/>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98" name="Google Shape;98;p8"/>
            <p:cNvSpPr/>
            <p:nvPr/>
          </p:nvSpPr>
          <p:spPr>
            <a:xfrm>
              <a:off x="7869038" y="232300"/>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pic>
        <p:nvPicPr>
          <p:cNvPr id="99" name="Google Shape;99;p8"/>
          <p:cNvPicPr preferRelativeResize="0"/>
          <p:nvPr/>
        </p:nvPicPr>
        <p:blipFill>
          <a:blip r:embed="rId2">
            <a:alphaModFix/>
          </a:blip>
          <a:stretch>
            <a:fillRect/>
          </a:stretch>
        </p:blipFill>
        <p:spPr>
          <a:xfrm>
            <a:off x="-154875" y="3783975"/>
            <a:ext cx="9453852" cy="2089200"/>
          </a:xfrm>
          <a:prstGeom prst="rect">
            <a:avLst/>
          </a:prstGeom>
          <a:noFill/>
          <a:ln>
            <a:noFill/>
          </a:ln>
        </p:spPr>
      </p:pic>
      <p:sp>
        <p:nvSpPr>
          <p:cNvPr id="100" name="Google Shape;100;p8"/>
          <p:cNvSpPr txBox="1"/>
          <p:nvPr>
            <p:ph type="title"/>
          </p:nvPr>
        </p:nvSpPr>
        <p:spPr>
          <a:xfrm>
            <a:off x="2019600" y="1472850"/>
            <a:ext cx="5104800" cy="2197800"/>
          </a:xfrm>
          <a:prstGeom prst="rect">
            <a:avLst/>
          </a:prstGeom>
        </p:spPr>
        <p:txBody>
          <a:bodyPr anchorCtr="0" anchor="ctr" bIns="91425" lIns="91425" spcFirstLastPara="1" rIns="91425" wrap="square" tIns="91425">
            <a:noAutofit/>
          </a:bodyPr>
          <a:lstStyle>
            <a:lvl1pPr lvl="0" algn="ctr">
              <a:lnSpc>
                <a:spcPct val="115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101" name="Google Shape;101;p8"/>
          <p:cNvGrpSpPr/>
          <p:nvPr/>
        </p:nvGrpSpPr>
        <p:grpSpPr>
          <a:xfrm>
            <a:off x="51400" y="-986100"/>
            <a:ext cx="7436900" cy="5901875"/>
            <a:chOff x="51400" y="-986100"/>
            <a:chExt cx="7436900" cy="5901875"/>
          </a:xfrm>
        </p:grpSpPr>
        <p:grpSp>
          <p:nvGrpSpPr>
            <p:cNvPr id="102" name="Google Shape;102;p8"/>
            <p:cNvGrpSpPr/>
            <p:nvPr/>
          </p:nvGrpSpPr>
          <p:grpSpPr>
            <a:xfrm>
              <a:off x="51400" y="-986100"/>
              <a:ext cx="2284449" cy="2284449"/>
              <a:chOff x="-1264450" y="1752750"/>
              <a:chExt cx="2284449" cy="2284449"/>
            </a:xfrm>
          </p:grpSpPr>
          <p:pic>
            <p:nvPicPr>
              <p:cNvPr id="103" name="Google Shape;103;p8"/>
              <p:cNvPicPr preferRelativeResize="0"/>
              <p:nvPr/>
            </p:nvPicPr>
            <p:blipFill>
              <a:blip r:embed="rId3">
                <a:alphaModFix/>
              </a:blip>
              <a:stretch>
                <a:fillRect/>
              </a:stretch>
            </p:blipFill>
            <p:spPr>
              <a:xfrm>
                <a:off x="-1264450" y="1752750"/>
                <a:ext cx="2284449" cy="2284449"/>
              </a:xfrm>
              <a:prstGeom prst="rect">
                <a:avLst/>
              </a:prstGeom>
              <a:noFill/>
              <a:ln>
                <a:noFill/>
              </a:ln>
            </p:spPr>
          </p:pic>
          <p:sp>
            <p:nvSpPr>
              <p:cNvPr id="104" name="Google Shape;104;p8"/>
              <p:cNvSpPr/>
              <p:nvPr/>
            </p:nvSpPr>
            <p:spPr>
              <a:xfrm>
                <a:off x="-864726" y="2152474"/>
                <a:ext cx="1485000" cy="14850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sp>
          <p:nvSpPr>
            <p:cNvPr id="105" name="Google Shape;105;p8"/>
            <p:cNvSpPr/>
            <p:nvPr/>
          </p:nvSpPr>
          <p:spPr>
            <a:xfrm>
              <a:off x="6136200" y="3563675"/>
              <a:ext cx="1352100" cy="13521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106" name="Google Shape;106;p8"/>
            <p:cNvSpPr/>
            <p:nvPr/>
          </p:nvSpPr>
          <p:spPr>
            <a:xfrm>
              <a:off x="6227750" y="-570400"/>
              <a:ext cx="957600" cy="9576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7" name="Shape 107"/>
        <p:cNvGrpSpPr/>
        <p:nvPr/>
      </p:nvGrpSpPr>
      <p:grpSpPr>
        <a:xfrm>
          <a:off x="0" y="0"/>
          <a:ext cx="0" cy="0"/>
          <a:chOff x="0" y="0"/>
          <a:chExt cx="0" cy="0"/>
        </a:xfrm>
      </p:grpSpPr>
      <p:pic>
        <p:nvPicPr>
          <p:cNvPr id="108" name="Google Shape;108;p9"/>
          <p:cNvPicPr preferRelativeResize="0"/>
          <p:nvPr/>
        </p:nvPicPr>
        <p:blipFill>
          <a:blip r:embed="rId2">
            <a:alphaModFix/>
          </a:blip>
          <a:stretch>
            <a:fillRect/>
          </a:stretch>
        </p:blipFill>
        <p:spPr>
          <a:xfrm rot="1173709">
            <a:off x="-806424" y="1383165"/>
            <a:ext cx="10756821" cy="2377171"/>
          </a:xfrm>
          <a:prstGeom prst="rect">
            <a:avLst/>
          </a:prstGeom>
          <a:noFill/>
          <a:ln>
            <a:noFill/>
          </a:ln>
        </p:spPr>
      </p:pic>
      <p:sp>
        <p:nvSpPr>
          <p:cNvPr id="109" name="Google Shape;109;p9"/>
          <p:cNvSpPr/>
          <p:nvPr/>
        </p:nvSpPr>
        <p:spPr>
          <a:xfrm>
            <a:off x="933000" y="605400"/>
            <a:ext cx="7278000" cy="3932700"/>
          </a:xfrm>
          <a:prstGeom prst="roundRect">
            <a:avLst>
              <a:gd fmla="val 16667" name="adj"/>
            </a:avLst>
          </a:prstGeom>
          <a:solidFill>
            <a:schemeClr val="lt1"/>
          </a:solidFill>
          <a:ln>
            <a:noFill/>
          </a:ln>
          <a:effectLst>
            <a:outerShdw blurRad="242888" rotWithShape="0" algn="bl" dir="5460000" dist="19050">
              <a:schemeClr val="lt2">
                <a:alpha val="23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nvGrpSpPr>
          <p:cNvPr id="110" name="Google Shape;110;p9"/>
          <p:cNvGrpSpPr/>
          <p:nvPr/>
        </p:nvGrpSpPr>
        <p:grpSpPr>
          <a:xfrm>
            <a:off x="-77250" y="-286675"/>
            <a:ext cx="9150350" cy="5651550"/>
            <a:chOff x="-77250" y="-286675"/>
            <a:chExt cx="9150350" cy="5651550"/>
          </a:xfrm>
        </p:grpSpPr>
        <p:sp>
          <p:nvSpPr>
            <p:cNvPr id="111" name="Google Shape;111;p9"/>
            <p:cNvSpPr/>
            <p:nvPr/>
          </p:nvSpPr>
          <p:spPr>
            <a:xfrm>
              <a:off x="-77250" y="4459800"/>
              <a:ext cx="683700" cy="683700"/>
            </a:xfrm>
            <a:prstGeom prst="mathPlus">
              <a:avLst>
                <a:gd fmla="val 23520" name="adj1"/>
              </a:avLst>
            </a:prstGeom>
            <a:solidFill>
              <a:srgbClr val="1977A4">
                <a:alpha val="1456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112" name="Google Shape;112;p9"/>
            <p:cNvSpPr/>
            <p:nvPr/>
          </p:nvSpPr>
          <p:spPr>
            <a:xfrm>
              <a:off x="7799725" y="-286675"/>
              <a:ext cx="818100" cy="818100"/>
            </a:xfrm>
            <a:prstGeom prst="mathPlus">
              <a:avLst>
                <a:gd fmla="val 23520" name="adj1"/>
              </a:avLst>
            </a:prstGeom>
            <a:solidFill>
              <a:srgbClr val="77BEE0">
                <a:alpha val="1899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113" name="Google Shape;113;p9"/>
            <p:cNvSpPr/>
            <p:nvPr/>
          </p:nvSpPr>
          <p:spPr>
            <a:xfrm>
              <a:off x="7866913" y="838050"/>
              <a:ext cx="683700" cy="683700"/>
            </a:xfrm>
            <a:prstGeom prst="mathPlus">
              <a:avLst>
                <a:gd fmla="val 23520" name="adj1"/>
              </a:avLst>
            </a:prstGeom>
            <a:solidFill>
              <a:srgbClr val="77BEE0">
                <a:alpha val="1899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114" name="Google Shape;114;p9"/>
            <p:cNvSpPr/>
            <p:nvPr/>
          </p:nvSpPr>
          <p:spPr>
            <a:xfrm>
              <a:off x="899375" y="4500875"/>
              <a:ext cx="864000" cy="864000"/>
            </a:xfrm>
            <a:prstGeom prst="mathPlus">
              <a:avLst>
                <a:gd fmla="val 23520" name="adj1"/>
              </a:avLst>
            </a:prstGeom>
            <a:solidFill>
              <a:srgbClr val="1977A4">
                <a:alpha val="1456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115" name="Google Shape;115;p9"/>
            <p:cNvSpPr/>
            <p:nvPr/>
          </p:nvSpPr>
          <p:spPr>
            <a:xfrm>
              <a:off x="8463800" y="373450"/>
              <a:ext cx="609300" cy="609300"/>
            </a:xfrm>
            <a:prstGeom prst="mathPlus">
              <a:avLst>
                <a:gd fmla="val 23520" name="adj1"/>
              </a:avLst>
            </a:prstGeom>
            <a:solidFill>
              <a:srgbClr val="CFE7EF">
                <a:alpha val="287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116" name="Google Shape;116;p9"/>
            <p:cNvSpPr/>
            <p:nvPr/>
          </p:nvSpPr>
          <p:spPr>
            <a:xfrm>
              <a:off x="0" y="3325825"/>
              <a:ext cx="683700" cy="683700"/>
            </a:xfrm>
            <a:prstGeom prst="mathPlus">
              <a:avLst>
                <a:gd fmla="val 23520" name="adj1"/>
              </a:avLst>
            </a:prstGeom>
            <a:solidFill>
              <a:srgbClr val="CFE7EF">
                <a:alpha val="287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grpSp>
        <p:nvGrpSpPr>
          <p:cNvPr id="117" name="Google Shape;117;p9"/>
          <p:cNvGrpSpPr/>
          <p:nvPr/>
        </p:nvGrpSpPr>
        <p:grpSpPr>
          <a:xfrm>
            <a:off x="1437350" y="-1587300"/>
            <a:ext cx="4504025" cy="7111025"/>
            <a:chOff x="1437350" y="-1587300"/>
            <a:chExt cx="4504025" cy="7111025"/>
          </a:xfrm>
        </p:grpSpPr>
        <p:grpSp>
          <p:nvGrpSpPr>
            <p:cNvPr id="118" name="Google Shape;118;p9"/>
            <p:cNvGrpSpPr/>
            <p:nvPr/>
          </p:nvGrpSpPr>
          <p:grpSpPr>
            <a:xfrm>
              <a:off x="1437350" y="-1587300"/>
              <a:ext cx="2284449" cy="2284449"/>
              <a:chOff x="-1264450" y="1752750"/>
              <a:chExt cx="2284449" cy="2284449"/>
            </a:xfrm>
          </p:grpSpPr>
          <p:pic>
            <p:nvPicPr>
              <p:cNvPr id="119" name="Google Shape;119;p9"/>
              <p:cNvPicPr preferRelativeResize="0"/>
              <p:nvPr/>
            </p:nvPicPr>
            <p:blipFill>
              <a:blip r:embed="rId3">
                <a:alphaModFix/>
              </a:blip>
              <a:stretch>
                <a:fillRect/>
              </a:stretch>
            </p:blipFill>
            <p:spPr>
              <a:xfrm>
                <a:off x="-1264450" y="1752750"/>
                <a:ext cx="2284449" cy="2284449"/>
              </a:xfrm>
              <a:prstGeom prst="rect">
                <a:avLst/>
              </a:prstGeom>
              <a:noFill/>
              <a:ln>
                <a:noFill/>
              </a:ln>
            </p:spPr>
          </p:pic>
          <p:sp>
            <p:nvSpPr>
              <p:cNvPr id="120" name="Google Shape;120;p9"/>
              <p:cNvSpPr/>
              <p:nvPr/>
            </p:nvSpPr>
            <p:spPr>
              <a:xfrm>
                <a:off x="-864726" y="2152474"/>
                <a:ext cx="1485000" cy="14850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sp>
          <p:nvSpPr>
            <p:cNvPr id="121" name="Google Shape;121;p9"/>
            <p:cNvSpPr/>
            <p:nvPr/>
          </p:nvSpPr>
          <p:spPr>
            <a:xfrm>
              <a:off x="4828975" y="4411325"/>
              <a:ext cx="1112400" cy="11124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sp>
        <p:nvSpPr>
          <p:cNvPr id="122" name="Google Shape;122;p9"/>
          <p:cNvSpPr txBox="1"/>
          <p:nvPr>
            <p:ph type="title"/>
          </p:nvPr>
        </p:nvSpPr>
        <p:spPr>
          <a:xfrm>
            <a:off x="2135550" y="1612936"/>
            <a:ext cx="4872900" cy="10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23" name="Google Shape;123;p9"/>
          <p:cNvSpPr txBox="1"/>
          <p:nvPr>
            <p:ph idx="1" type="subTitle"/>
          </p:nvPr>
        </p:nvSpPr>
        <p:spPr>
          <a:xfrm>
            <a:off x="2135550" y="2719175"/>
            <a:ext cx="4872900" cy="671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600">
                <a:solidFill>
                  <a:schemeClr val="dk2"/>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4" name="Shape 124"/>
        <p:cNvGrpSpPr/>
        <p:nvPr/>
      </p:nvGrpSpPr>
      <p:grpSpPr>
        <a:xfrm>
          <a:off x="0" y="0"/>
          <a:ext cx="0" cy="0"/>
          <a:chOff x="0" y="0"/>
          <a:chExt cx="0" cy="0"/>
        </a:xfrm>
      </p:grpSpPr>
      <p:sp>
        <p:nvSpPr>
          <p:cNvPr id="125" name="Google Shape;125;p10"/>
          <p:cNvSpPr/>
          <p:nvPr>
            <p:ph idx="2" type="pic"/>
          </p:nvPr>
        </p:nvSpPr>
        <p:spPr>
          <a:xfrm>
            <a:off x="-25" y="-13725"/>
            <a:ext cx="9144000" cy="5157300"/>
          </a:xfrm>
          <a:prstGeom prst="rect">
            <a:avLst/>
          </a:prstGeom>
          <a:noFill/>
          <a:ln>
            <a:noFill/>
          </a:ln>
        </p:spPr>
      </p:sp>
      <p:sp>
        <p:nvSpPr>
          <p:cNvPr id="126" name="Google Shape;126;p10"/>
          <p:cNvSpPr txBox="1"/>
          <p:nvPr>
            <p:ph type="title"/>
          </p:nvPr>
        </p:nvSpPr>
        <p:spPr>
          <a:xfrm>
            <a:off x="1264975" y="4014450"/>
            <a:ext cx="6614100" cy="572700"/>
          </a:xfrm>
          <a:prstGeom prst="rect">
            <a:avLst/>
          </a:prstGeom>
          <a:solidFill>
            <a:schemeClr val="lt1"/>
          </a:solidFill>
        </p:spPr>
        <p:txBody>
          <a:bodyPr anchorCtr="0" anchor="ctr" bIns="91425" lIns="91425" spcFirstLastPara="1" rIns="91425" wrap="square" tIns="91425">
            <a:noAutofit/>
          </a:bodyPr>
          <a:lstStyle>
            <a:lvl1pPr lvl="0" rtl="0" algn="ctr">
              <a:spcBef>
                <a:spcPts val="0"/>
              </a:spcBef>
              <a:spcAft>
                <a:spcPts val="0"/>
              </a:spcAft>
              <a:buSzPts val="2400"/>
              <a:buNone/>
              <a:defRPr sz="2400">
                <a:latin typeface="Inter Medium"/>
                <a:ea typeface="Inter Medium"/>
                <a:cs typeface="Inter Medium"/>
                <a:sym typeface="Inter Medium"/>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7" name="Shape 127"/>
        <p:cNvGrpSpPr/>
        <p:nvPr/>
      </p:nvGrpSpPr>
      <p:grpSpPr>
        <a:xfrm>
          <a:off x="0" y="0"/>
          <a:ext cx="0" cy="0"/>
          <a:chOff x="0" y="0"/>
          <a:chExt cx="0" cy="0"/>
        </a:xfrm>
      </p:grpSpPr>
      <p:pic>
        <p:nvPicPr>
          <p:cNvPr id="128" name="Google Shape;128;p11"/>
          <p:cNvPicPr preferRelativeResize="0"/>
          <p:nvPr/>
        </p:nvPicPr>
        <p:blipFill rotWithShape="1">
          <a:blip r:embed="rId2">
            <a:alphaModFix/>
          </a:blip>
          <a:srcRect b="38157" l="0" r="0" t="0"/>
          <a:stretch/>
        </p:blipFill>
        <p:spPr>
          <a:xfrm>
            <a:off x="-25" y="3893826"/>
            <a:ext cx="9143998" cy="1249675"/>
          </a:xfrm>
          <a:prstGeom prst="rect">
            <a:avLst/>
          </a:prstGeom>
          <a:noFill/>
          <a:ln>
            <a:noFill/>
          </a:ln>
        </p:spPr>
      </p:pic>
      <p:grpSp>
        <p:nvGrpSpPr>
          <p:cNvPr id="129" name="Google Shape;129;p11"/>
          <p:cNvGrpSpPr/>
          <p:nvPr/>
        </p:nvGrpSpPr>
        <p:grpSpPr>
          <a:xfrm>
            <a:off x="-1471476" y="268645"/>
            <a:ext cx="11290826" cy="4335355"/>
            <a:chOff x="-1471476" y="268645"/>
            <a:chExt cx="11290826" cy="4335355"/>
          </a:xfrm>
        </p:grpSpPr>
        <p:grpSp>
          <p:nvGrpSpPr>
            <p:cNvPr id="130" name="Google Shape;130;p11"/>
            <p:cNvGrpSpPr/>
            <p:nvPr/>
          </p:nvGrpSpPr>
          <p:grpSpPr>
            <a:xfrm>
              <a:off x="-1471476" y="268645"/>
              <a:ext cx="2945112" cy="2945112"/>
              <a:chOff x="-1264450" y="1752750"/>
              <a:chExt cx="2284449" cy="2284449"/>
            </a:xfrm>
          </p:grpSpPr>
          <p:pic>
            <p:nvPicPr>
              <p:cNvPr id="131" name="Google Shape;131;p11"/>
              <p:cNvPicPr preferRelativeResize="0"/>
              <p:nvPr/>
            </p:nvPicPr>
            <p:blipFill>
              <a:blip r:embed="rId3">
                <a:alphaModFix/>
              </a:blip>
              <a:stretch>
                <a:fillRect/>
              </a:stretch>
            </p:blipFill>
            <p:spPr>
              <a:xfrm>
                <a:off x="-1264450" y="1752750"/>
                <a:ext cx="2284449" cy="2284449"/>
              </a:xfrm>
              <a:prstGeom prst="rect">
                <a:avLst/>
              </a:prstGeom>
              <a:noFill/>
              <a:ln>
                <a:noFill/>
              </a:ln>
            </p:spPr>
          </p:pic>
          <p:sp>
            <p:nvSpPr>
              <p:cNvPr id="132" name="Google Shape;132;p11"/>
              <p:cNvSpPr/>
              <p:nvPr/>
            </p:nvSpPr>
            <p:spPr>
              <a:xfrm>
                <a:off x="-864726" y="2152474"/>
                <a:ext cx="1485000" cy="14850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sp>
          <p:nvSpPr>
            <p:cNvPr id="133" name="Google Shape;133;p11"/>
            <p:cNvSpPr/>
            <p:nvPr/>
          </p:nvSpPr>
          <p:spPr>
            <a:xfrm>
              <a:off x="8195150" y="2979800"/>
              <a:ext cx="1624200" cy="16242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grpSp>
        <p:nvGrpSpPr>
          <p:cNvPr id="134" name="Google Shape;134;p11"/>
          <p:cNvGrpSpPr/>
          <p:nvPr/>
        </p:nvGrpSpPr>
        <p:grpSpPr>
          <a:xfrm>
            <a:off x="123950" y="-38675"/>
            <a:ext cx="8794700" cy="5060225"/>
            <a:chOff x="123950" y="-38675"/>
            <a:chExt cx="8794700" cy="5060225"/>
          </a:xfrm>
        </p:grpSpPr>
        <p:sp>
          <p:nvSpPr>
            <p:cNvPr id="135" name="Google Shape;135;p11"/>
            <p:cNvSpPr/>
            <p:nvPr/>
          </p:nvSpPr>
          <p:spPr>
            <a:xfrm>
              <a:off x="123950" y="-38675"/>
              <a:ext cx="683700" cy="683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136" name="Google Shape;136;p11"/>
            <p:cNvSpPr/>
            <p:nvPr/>
          </p:nvSpPr>
          <p:spPr>
            <a:xfrm>
              <a:off x="325275" y="2742575"/>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137" name="Google Shape;137;p11"/>
            <p:cNvSpPr/>
            <p:nvPr/>
          </p:nvSpPr>
          <p:spPr>
            <a:xfrm>
              <a:off x="7747075" y="70950"/>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138" name="Google Shape;138;p11"/>
            <p:cNvSpPr/>
            <p:nvPr/>
          </p:nvSpPr>
          <p:spPr>
            <a:xfrm>
              <a:off x="8234950" y="645025"/>
              <a:ext cx="683700" cy="683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139" name="Google Shape;139;p11"/>
            <p:cNvSpPr/>
            <p:nvPr/>
          </p:nvSpPr>
          <p:spPr>
            <a:xfrm>
              <a:off x="6572225" y="4337850"/>
              <a:ext cx="683700" cy="683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sp>
        <p:nvSpPr>
          <p:cNvPr id="140" name="Google Shape;140;p11"/>
          <p:cNvSpPr txBox="1"/>
          <p:nvPr>
            <p:ph hasCustomPrompt="1" type="title"/>
          </p:nvPr>
        </p:nvSpPr>
        <p:spPr>
          <a:xfrm>
            <a:off x="1888025" y="1400325"/>
            <a:ext cx="5367900" cy="11631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atin typeface="Hind"/>
                <a:ea typeface="Hind"/>
                <a:cs typeface="Hind"/>
                <a:sym typeface="Hind"/>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41" name="Google Shape;141;p11"/>
          <p:cNvSpPr txBox="1"/>
          <p:nvPr>
            <p:ph idx="1" type="subTitle"/>
          </p:nvPr>
        </p:nvSpPr>
        <p:spPr>
          <a:xfrm>
            <a:off x="1888025" y="2695400"/>
            <a:ext cx="5367900" cy="497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solidFill>
                  <a:schemeClr val="dk2"/>
                </a:solidFill>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42" name="Shape 14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43" name="Shape 143"/>
        <p:cNvGrpSpPr/>
        <p:nvPr/>
      </p:nvGrpSpPr>
      <p:grpSpPr>
        <a:xfrm>
          <a:off x="0" y="0"/>
          <a:ext cx="0" cy="0"/>
          <a:chOff x="0" y="0"/>
          <a:chExt cx="0" cy="0"/>
        </a:xfrm>
      </p:grpSpPr>
      <p:pic>
        <p:nvPicPr>
          <p:cNvPr id="144" name="Google Shape;144;p13"/>
          <p:cNvPicPr preferRelativeResize="0"/>
          <p:nvPr/>
        </p:nvPicPr>
        <p:blipFill>
          <a:blip r:embed="rId2">
            <a:alphaModFix/>
          </a:blip>
          <a:stretch>
            <a:fillRect/>
          </a:stretch>
        </p:blipFill>
        <p:spPr>
          <a:xfrm>
            <a:off x="0" y="4465828"/>
            <a:ext cx="9143998" cy="2020744"/>
          </a:xfrm>
          <a:prstGeom prst="rect">
            <a:avLst/>
          </a:prstGeom>
          <a:noFill/>
          <a:ln>
            <a:noFill/>
          </a:ln>
        </p:spPr>
      </p:pic>
      <p:grpSp>
        <p:nvGrpSpPr>
          <p:cNvPr id="145" name="Google Shape;145;p13"/>
          <p:cNvGrpSpPr/>
          <p:nvPr/>
        </p:nvGrpSpPr>
        <p:grpSpPr>
          <a:xfrm>
            <a:off x="-508350" y="-1026673"/>
            <a:ext cx="9325317" cy="4919798"/>
            <a:chOff x="-508350" y="-1026673"/>
            <a:chExt cx="9325317" cy="4919798"/>
          </a:xfrm>
        </p:grpSpPr>
        <p:sp>
          <p:nvSpPr>
            <p:cNvPr id="146" name="Google Shape;146;p13"/>
            <p:cNvSpPr/>
            <p:nvPr/>
          </p:nvSpPr>
          <p:spPr>
            <a:xfrm>
              <a:off x="-508350" y="2859925"/>
              <a:ext cx="1033200" cy="10332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nvGrpSpPr>
            <p:cNvPr id="147" name="Google Shape;147;p13"/>
            <p:cNvGrpSpPr/>
            <p:nvPr/>
          </p:nvGrpSpPr>
          <p:grpSpPr>
            <a:xfrm>
              <a:off x="7237271" y="-1026673"/>
              <a:ext cx="1579697" cy="1579925"/>
              <a:chOff x="-1264450" y="1752750"/>
              <a:chExt cx="2284449" cy="2284449"/>
            </a:xfrm>
          </p:grpSpPr>
          <p:pic>
            <p:nvPicPr>
              <p:cNvPr id="148" name="Google Shape;148;p13"/>
              <p:cNvPicPr preferRelativeResize="0"/>
              <p:nvPr/>
            </p:nvPicPr>
            <p:blipFill>
              <a:blip r:embed="rId3">
                <a:alphaModFix/>
              </a:blip>
              <a:stretch>
                <a:fillRect/>
              </a:stretch>
            </p:blipFill>
            <p:spPr>
              <a:xfrm>
                <a:off x="-1264450" y="1752750"/>
                <a:ext cx="2284449" cy="2284449"/>
              </a:xfrm>
              <a:prstGeom prst="rect">
                <a:avLst/>
              </a:prstGeom>
              <a:noFill/>
              <a:ln>
                <a:noFill/>
              </a:ln>
            </p:spPr>
          </p:pic>
          <p:sp>
            <p:nvSpPr>
              <p:cNvPr id="149" name="Google Shape;149;p13"/>
              <p:cNvSpPr/>
              <p:nvPr/>
            </p:nvSpPr>
            <p:spPr>
              <a:xfrm>
                <a:off x="-864726" y="2152474"/>
                <a:ext cx="1485000" cy="14850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grpSp>
      <p:sp>
        <p:nvSpPr>
          <p:cNvPr id="150" name="Google Shape;150;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51" name="Google Shape;151;p13"/>
          <p:cNvSpPr txBox="1"/>
          <p:nvPr>
            <p:ph idx="1" type="subTitle"/>
          </p:nvPr>
        </p:nvSpPr>
        <p:spPr>
          <a:xfrm>
            <a:off x="720000" y="2146504"/>
            <a:ext cx="230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2" name="Google Shape;152;p13"/>
          <p:cNvSpPr txBox="1"/>
          <p:nvPr>
            <p:ph idx="2" type="subTitle"/>
          </p:nvPr>
        </p:nvSpPr>
        <p:spPr>
          <a:xfrm>
            <a:off x="3419250" y="2146504"/>
            <a:ext cx="230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3" name="Google Shape;153;p13"/>
          <p:cNvSpPr txBox="1"/>
          <p:nvPr>
            <p:ph idx="3" type="subTitle"/>
          </p:nvPr>
        </p:nvSpPr>
        <p:spPr>
          <a:xfrm>
            <a:off x="720000" y="3893127"/>
            <a:ext cx="230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4" name="Google Shape;154;p13"/>
          <p:cNvSpPr txBox="1"/>
          <p:nvPr>
            <p:ph idx="4" type="subTitle"/>
          </p:nvPr>
        </p:nvSpPr>
        <p:spPr>
          <a:xfrm>
            <a:off x="3419250" y="3893127"/>
            <a:ext cx="230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5" name="Google Shape;155;p13"/>
          <p:cNvSpPr txBox="1"/>
          <p:nvPr>
            <p:ph idx="5" type="subTitle"/>
          </p:nvPr>
        </p:nvSpPr>
        <p:spPr>
          <a:xfrm>
            <a:off x="6118549" y="2146504"/>
            <a:ext cx="230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6" name="Google Shape;156;p13"/>
          <p:cNvSpPr txBox="1"/>
          <p:nvPr>
            <p:ph idx="6" type="subTitle"/>
          </p:nvPr>
        </p:nvSpPr>
        <p:spPr>
          <a:xfrm>
            <a:off x="6118549" y="3893127"/>
            <a:ext cx="230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7" name="Google Shape;157;p13"/>
          <p:cNvSpPr txBox="1"/>
          <p:nvPr>
            <p:ph hasCustomPrompt="1" idx="7" type="title"/>
          </p:nvPr>
        </p:nvSpPr>
        <p:spPr>
          <a:xfrm>
            <a:off x="1505400" y="1351070"/>
            <a:ext cx="734700" cy="180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2000">
                <a:latin typeface="Hind"/>
                <a:ea typeface="Hind"/>
                <a:cs typeface="Hind"/>
                <a:sym typeface="Hind"/>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58" name="Google Shape;158;p13"/>
          <p:cNvSpPr txBox="1"/>
          <p:nvPr>
            <p:ph hasCustomPrompt="1" idx="8" type="title"/>
          </p:nvPr>
        </p:nvSpPr>
        <p:spPr>
          <a:xfrm>
            <a:off x="1505400" y="3096177"/>
            <a:ext cx="734700" cy="180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2000">
                <a:latin typeface="Hind"/>
                <a:ea typeface="Hind"/>
                <a:cs typeface="Hind"/>
                <a:sym typeface="Hind"/>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59" name="Google Shape;159;p13"/>
          <p:cNvSpPr txBox="1"/>
          <p:nvPr>
            <p:ph hasCustomPrompt="1" idx="9" type="title"/>
          </p:nvPr>
        </p:nvSpPr>
        <p:spPr>
          <a:xfrm>
            <a:off x="4204650" y="1351070"/>
            <a:ext cx="734700" cy="180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2000">
                <a:latin typeface="Hind"/>
                <a:ea typeface="Hind"/>
                <a:cs typeface="Hind"/>
                <a:sym typeface="Hind"/>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0" name="Google Shape;160;p13"/>
          <p:cNvSpPr txBox="1"/>
          <p:nvPr>
            <p:ph hasCustomPrompt="1" idx="13" type="title"/>
          </p:nvPr>
        </p:nvSpPr>
        <p:spPr>
          <a:xfrm>
            <a:off x="4204650" y="3096177"/>
            <a:ext cx="734700" cy="180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2000">
                <a:latin typeface="Hind"/>
                <a:ea typeface="Hind"/>
                <a:cs typeface="Hind"/>
                <a:sym typeface="Hind"/>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1" name="Google Shape;161;p13"/>
          <p:cNvSpPr txBox="1"/>
          <p:nvPr>
            <p:ph hasCustomPrompt="1" idx="14" type="title"/>
          </p:nvPr>
        </p:nvSpPr>
        <p:spPr>
          <a:xfrm>
            <a:off x="6903949" y="1351070"/>
            <a:ext cx="734700" cy="180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2000">
                <a:latin typeface="Hind"/>
                <a:ea typeface="Hind"/>
                <a:cs typeface="Hind"/>
                <a:sym typeface="Hind"/>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2" name="Google Shape;162;p13"/>
          <p:cNvSpPr txBox="1"/>
          <p:nvPr>
            <p:ph hasCustomPrompt="1" idx="15" type="title"/>
          </p:nvPr>
        </p:nvSpPr>
        <p:spPr>
          <a:xfrm>
            <a:off x="6903949" y="3096177"/>
            <a:ext cx="734700" cy="180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2000">
                <a:latin typeface="Hind"/>
                <a:ea typeface="Hind"/>
                <a:cs typeface="Hind"/>
                <a:sym typeface="Hind"/>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3" name="Google Shape;163;p13"/>
          <p:cNvSpPr txBox="1"/>
          <p:nvPr>
            <p:ph idx="16" type="subTitle"/>
          </p:nvPr>
        </p:nvSpPr>
        <p:spPr>
          <a:xfrm>
            <a:off x="720000" y="1833334"/>
            <a:ext cx="23055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sz="2400">
                <a:solidFill>
                  <a:schemeClr val="dk1"/>
                </a:solidFill>
                <a:latin typeface="Inter Medium"/>
                <a:ea typeface="Inter Medium"/>
                <a:cs typeface="Inter Medium"/>
                <a:sym typeface="Inter Medium"/>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64" name="Google Shape;164;p13"/>
          <p:cNvSpPr txBox="1"/>
          <p:nvPr>
            <p:ph idx="17" type="subTitle"/>
          </p:nvPr>
        </p:nvSpPr>
        <p:spPr>
          <a:xfrm>
            <a:off x="3419250" y="1833334"/>
            <a:ext cx="23055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sz="2400">
                <a:solidFill>
                  <a:schemeClr val="dk1"/>
                </a:solidFill>
                <a:latin typeface="Inter Medium"/>
                <a:ea typeface="Inter Medium"/>
                <a:cs typeface="Inter Medium"/>
                <a:sym typeface="Inter Medium"/>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65" name="Google Shape;165;p13"/>
          <p:cNvSpPr txBox="1"/>
          <p:nvPr>
            <p:ph idx="18" type="subTitle"/>
          </p:nvPr>
        </p:nvSpPr>
        <p:spPr>
          <a:xfrm>
            <a:off x="6118549" y="1833334"/>
            <a:ext cx="23055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sz="2400">
                <a:solidFill>
                  <a:schemeClr val="dk1"/>
                </a:solidFill>
                <a:latin typeface="Inter Medium"/>
                <a:ea typeface="Inter Medium"/>
                <a:cs typeface="Inter Medium"/>
                <a:sym typeface="Inter Medium"/>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66" name="Google Shape;166;p13"/>
          <p:cNvSpPr txBox="1"/>
          <p:nvPr>
            <p:ph idx="19" type="subTitle"/>
          </p:nvPr>
        </p:nvSpPr>
        <p:spPr>
          <a:xfrm>
            <a:off x="720000" y="3579438"/>
            <a:ext cx="23055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sz="2400">
                <a:solidFill>
                  <a:schemeClr val="dk1"/>
                </a:solidFill>
                <a:latin typeface="Inter Medium"/>
                <a:ea typeface="Inter Medium"/>
                <a:cs typeface="Inter Medium"/>
                <a:sym typeface="Inter Medium"/>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67" name="Google Shape;167;p13"/>
          <p:cNvSpPr txBox="1"/>
          <p:nvPr>
            <p:ph idx="20" type="subTitle"/>
          </p:nvPr>
        </p:nvSpPr>
        <p:spPr>
          <a:xfrm>
            <a:off x="3419250" y="3579438"/>
            <a:ext cx="23055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sz="2400">
                <a:solidFill>
                  <a:schemeClr val="dk1"/>
                </a:solidFill>
                <a:latin typeface="Inter Medium"/>
                <a:ea typeface="Inter Medium"/>
                <a:cs typeface="Inter Medium"/>
                <a:sym typeface="Inter Medium"/>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68" name="Google Shape;168;p13"/>
          <p:cNvSpPr txBox="1"/>
          <p:nvPr>
            <p:ph idx="21" type="subTitle"/>
          </p:nvPr>
        </p:nvSpPr>
        <p:spPr>
          <a:xfrm>
            <a:off x="6118549" y="3579438"/>
            <a:ext cx="23055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sz="2400">
                <a:solidFill>
                  <a:schemeClr val="dk1"/>
                </a:solidFill>
                <a:latin typeface="Inter Medium"/>
                <a:ea typeface="Inter Medium"/>
                <a:cs typeface="Inter Medium"/>
                <a:sym typeface="Inter Medium"/>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69" name="Shape 169"/>
        <p:cNvGrpSpPr/>
        <p:nvPr/>
      </p:nvGrpSpPr>
      <p:grpSpPr>
        <a:xfrm>
          <a:off x="0" y="0"/>
          <a:ext cx="0" cy="0"/>
          <a:chOff x="0" y="0"/>
          <a:chExt cx="0" cy="0"/>
        </a:xfrm>
      </p:grpSpPr>
      <p:grpSp>
        <p:nvGrpSpPr>
          <p:cNvPr id="170" name="Google Shape;170;p14"/>
          <p:cNvGrpSpPr/>
          <p:nvPr/>
        </p:nvGrpSpPr>
        <p:grpSpPr>
          <a:xfrm>
            <a:off x="-727074" y="1438225"/>
            <a:ext cx="10509855" cy="3510250"/>
            <a:chOff x="-727074" y="1438225"/>
            <a:chExt cx="10509855" cy="3510250"/>
          </a:xfrm>
        </p:grpSpPr>
        <p:sp>
          <p:nvSpPr>
            <p:cNvPr id="171" name="Google Shape;171;p14"/>
            <p:cNvSpPr/>
            <p:nvPr/>
          </p:nvSpPr>
          <p:spPr>
            <a:xfrm>
              <a:off x="-727074" y="1438225"/>
              <a:ext cx="1440300" cy="14403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172" name="Google Shape;172;p14"/>
            <p:cNvSpPr/>
            <p:nvPr/>
          </p:nvSpPr>
          <p:spPr>
            <a:xfrm>
              <a:off x="8523681" y="3689375"/>
              <a:ext cx="1259100" cy="12591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grpSp>
        <p:nvGrpSpPr>
          <p:cNvPr id="173" name="Google Shape;173;p14"/>
          <p:cNvGrpSpPr/>
          <p:nvPr/>
        </p:nvGrpSpPr>
        <p:grpSpPr>
          <a:xfrm>
            <a:off x="1306325" y="0"/>
            <a:ext cx="7622225" cy="3394050"/>
            <a:chOff x="1306325" y="0"/>
            <a:chExt cx="7622225" cy="3394050"/>
          </a:xfrm>
        </p:grpSpPr>
        <p:sp>
          <p:nvSpPr>
            <p:cNvPr id="174" name="Google Shape;174;p14"/>
            <p:cNvSpPr/>
            <p:nvPr/>
          </p:nvSpPr>
          <p:spPr>
            <a:xfrm>
              <a:off x="1306325" y="0"/>
              <a:ext cx="683700" cy="683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175" name="Google Shape;175;p14"/>
            <p:cNvSpPr/>
            <p:nvPr/>
          </p:nvSpPr>
          <p:spPr>
            <a:xfrm>
              <a:off x="8244850" y="2710350"/>
              <a:ext cx="683700" cy="683700"/>
            </a:xfrm>
            <a:prstGeom prst="mathPlus">
              <a:avLst>
                <a:gd fmla="val 23520" name="adj1"/>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grpSp>
        <p:nvGrpSpPr>
          <p:cNvPr id="176" name="Google Shape;176;p14"/>
          <p:cNvGrpSpPr/>
          <p:nvPr/>
        </p:nvGrpSpPr>
        <p:grpSpPr>
          <a:xfrm>
            <a:off x="0" y="-766822"/>
            <a:ext cx="9143998" cy="6164498"/>
            <a:chOff x="0" y="-766822"/>
            <a:chExt cx="9143998" cy="6164498"/>
          </a:xfrm>
        </p:grpSpPr>
        <p:pic>
          <p:nvPicPr>
            <p:cNvPr id="177" name="Google Shape;177;p14"/>
            <p:cNvPicPr preferRelativeResize="0"/>
            <p:nvPr/>
          </p:nvPicPr>
          <p:blipFill>
            <a:blip r:embed="rId2">
              <a:alphaModFix/>
            </a:blip>
            <a:stretch>
              <a:fillRect/>
            </a:stretch>
          </p:blipFill>
          <p:spPr>
            <a:xfrm rot="10800000">
              <a:off x="0" y="-766822"/>
              <a:ext cx="9143998" cy="2020744"/>
            </a:xfrm>
            <a:prstGeom prst="rect">
              <a:avLst/>
            </a:prstGeom>
            <a:noFill/>
            <a:ln>
              <a:noFill/>
            </a:ln>
          </p:spPr>
        </p:pic>
        <p:pic>
          <p:nvPicPr>
            <p:cNvPr id="178" name="Google Shape;178;p14"/>
            <p:cNvPicPr preferRelativeResize="0"/>
            <p:nvPr/>
          </p:nvPicPr>
          <p:blipFill rotWithShape="1">
            <a:blip r:embed="rId3">
              <a:alphaModFix/>
            </a:blip>
            <a:srcRect b="33911" l="0" r="0" t="0"/>
            <a:stretch/>
          </p:blipFill>
          <p:spPr>
            <a:xfrm>
              <a:off x="0" y="4062151"/>
              <a:ext cx="9143998" cy="1335525"/>
            </a:xfrm>
            <a:prstGeom prst="rect">
              <a:avLst/>
            </a:prstGeom>
            <a:noFill/>
            <a:ln>
              <a:noFill/>
            </a:ln>
          </p:spPr>
        </p:pic>
      </p:grpSp>
      <p:sp>
        <p:nvSpPr>
          <p:cNvPr id="179" name="Google Shape;179;p14"/>
          <p:cNvSpPr txBox="1"/>
          <p:nvPr>
            <p:ph type="title"/>
          </p:nvPr>
        </p:nvSpPr>
        <p:spPr>
          <a:xfrm>
            <a:off x="1226400" y="2959475"/>
            <a:ext cx="6691200" cy="6618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3000"/>
              <a:buNone/>
              <a:defRPr>
                <a:latin typeface="Inter Medium"/>
                <a:ea typeface="Inter Medium"/>
                <a:cs typeface="Inter Medium"/>
                <a:sym typeface="Inter Medium"/>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80" name="Google Shape;180;p14"/>
          <p:cNvSpPr txBox="1"/>
          <p:nvPr>
            <p:ph idx="1" type="subTitle"/>
          </p:nvPr>
        </p:nvSpPr>
        <p:spPr>
          <a:xfrm>
            <a:off x="1226400" y="1179288"/>
            <a:ext cx="6691200" cy="1863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81" name="Shape 181"/>
        <p:cNvGrpSpPr/>
        <p:nvPr/>
      </p:nvGrpSpPr>
      <p:grpSpPr>
        <a:xfrm>
          <a:off x="0" y="0"/>
          <a:ext cx="0" cy="0"/>
          <a:chOff x="0" y="0"/>
          <a:chExt cx="0" cy="0"/>
        </a:xfrm>
      </p:grpSpPr>
      <p:pic>
        <p:nvPicPr>
          <p:cNvPr id="182" name="Google Shape;182;p15"/>
          <p:cNvPicPr preferRelativeResize="0"/>
          <p:nvPr/>
        </p:nvPicPr>
        <p:blipFill rotWithShape="1">
          <a:blip r:embed="rId2">
            <a:alphaModFix/>
          </a:blip>
          <a:srcRect b="0" l="39069" r="0" t="0"/>
          <a:stretch/>
        </p:blipFill>
        <p:spPr>
          <a:xfrm rot="5400000">
            <a:off x="-2558163" y="1558637"/>
            <a:ext cx="5571675" cy="2020750"/>
          </a:xfrm>
          <a:prstGeom prst="rect">
            <a:avLst/>
          </a:prstGeom>
          <a:noFill/>
          <a:ln>
            <a:noFill/>
          </a:ln>
        </p:spPr>
      </p:pic>
      <p:grpSp>
        <p:nvGrpSpPr>
          <p:cNvPr id="183" name="Google Shape;183;p15"/>
          <p:cNvGrpSpPr/>
          <p:nvPr/>
        </p:nvGrpSpPr>
        <p:grpSpPr>
          <a:xfrm>
            <a:off x="4881325" y="777725"/>
            <a:ext cx="5608849" cy="5018179"/>
            <a:chOff x="4881325" y="777725"/>
            <a:chExt cx="5608849" cy="5018179"/>
          </a:xfrm>
        </p:grpSpPr>
        <p:grpSp>
          <p:nvGrpSpPr>
            <p:cNvPr id="184" name="Google Shape;184;p15"/>
            <p:cNvGrpSpPr/>
            <p:nvPr/>
          </p:nvGrpSpPr>
          <p:grpSpPr>
            <a:xfrm>
              <a:off x="8205725" y="777725"/>
              <a:ext cx="2284449" cy="2284449"/>
              <a:chOff x="-1264450" y="1752750"/>
              <a:chExt cx="2284449" cy="2284449"/>
            </a:xfrm>
          </p:grpSpPr>
          <p:pic>
            <p:nvPicPr>
              <p:cNvPr id="185" name="Google Shape;185;p15"/>
              <p:cNvPicPr preferRelativeResize="0"/>
              <p:nvPr/>
            </p:nvPicPr>
            <p:blipFill>
              <a:blip r:embed="rId3">
                <a:alphaModFix/>
              </a:blip>
              <a:stretch>
                <a:fillRect/>
              </a:stretch>
            </p:blipFill>
            <p:spPr>
              <a:xfrm>
                <a:off x="-1264450" y="1752750"/>
                <a:ext cx="2284449" cy="2284449"/>
              </a:xfrm>
              <a:prstGeom prst="rect">
                <a:avLst/>
              </a:prstGeom>
              <a:noFill/>
              <a:ln>
                <a:noFill/>
              </a:ln>
            </p:spPr>
          </p:pic>
          <p:sp>
            <p:nvSpPr>
              <p:cNvPr id="186" name="Google Shape;186;p15"/>
              <p:cNvSpPr/>
              <p:nvPr/>
            </p:nvSpPr>
            <p:spPr>
              <a:xfrm>
                <a:off x="-864726" y="2152474"/>
                <a:ext cx="1485000" cy="14850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sp>
          <p:nvSpPr>
            <p:cNvPr id="187" name="Google Shape;187;p15"/>
            <p:cNvSpPr/>
            <p:nvPr/>
          </p:nvSpPr>
          <p:spPr>
            <a:xfrm>
              <a:off x="4881325" y="4604004"/>
              <a:ext cx="1191900" cy="11919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grpSp>
        <p:nvGrpSpPr>
          <p:cNvPr id="188" name="Google Shape;188;p15"/>
          <p:cNvGrpSpPr/>
          <p:nvPr/>
        </p:nvGrpSpPr>
        <p:grpSpPr>
          <a:xfrm>
            <a:off x="-114175" y="41725"/>
            <a:ext cx="9181375" cy="5101775"/>
            <a:chOff x="-114175" y="41725"/>
            <a:chExt cx="9181375" cy="5101775"/>
          </a:xfrm>
        </p:grpSpPr>
        <p:sp>
          <p:nvSpPr>
            <p:cNvPr id="189" name="Google Shape;189;p15"/>
            <p:cNvSpPr/>
            <p:nvPr/>
          </p:nvSpPr>
          <p:spPr>
            <a:xfrm>
              <a:off x="8383500" y="533850"/>
              <a:ext cx="683700" cy="683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190" name="Google Shape;190;p15"/>
            <p:cNvSpPr/>
            <p:nvPr/>
          </p:nvSpPr>
          <p:spPr>
            <a:xfrm>
              <a:off x="642475" y="4262150"/>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191" name="Google Shape;191;p15"/>
            <p:cNvSpPr/>
            <p:nvPr/>
          </p:nvSpPr>
          <p:spPr>
            <a:xfrm>
              <a:off x="177825" y="3665875"/>
              <a:ext cx="683700" cy="683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192" name="Google Shape;192;p15"/>
            <p:cNvSpPr/>
            <p:nvPr/>
          </p:nvSpPr>
          <p:spPr>
            <a:xfrm>
              <a:off x="7776600" y="41725"/>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193" name="Google Shape;193;p15"/>
            <p:cNvSpPr/>
            <p:nvPr/>
          </p:nvSpPr>
          <p:spPr>
            <a:xfrm>
              <a:off x="-114175" y="4459800"/>
              <a:ext cx="683700" cy="683700"/>
            </a:xfrm>
            <a:prstGeom prst="mathPlus">
              <a:avLst>
                <a:gd fmla="val 23520" name="adj1"/>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sp>
        <p:nvSpPr>
          <p:cNvPr id="194" name="Google Shape;194;p15"/>
          <p:cNvSpPr txBox="1"/>
          <p:nvPr>
            <p:ph type="title"/>
          </p:nvPr>
        </p:nvSpPr>
        <p:spPr>
          <a:xfrm>
            <a:off x="4518688" y="801148"/>
            <a:ext cx="3519600" cy="2578200"/>
          </a:xfrm>
          <a:prstGeom prst="rect">
            <a:avLst/>
          </a:prstGeom>
        </p:spPr>
        <p:txBody>
          <a:bodyPr anchorCtr="0" anchor="b" bIns="91425" lIns="91425" spcFirstLastPara="1" rIns="91425" wrap="square" tIns="91425">
            <a:noAutofit/>
          </a:bodyPr>
          <a:lstStyle>
            <a:lvl1pPr lvl="0" rtl="0" algn="l">
              <a:lnSpc>
                <a:spcPct val="115000"/>
              </a:lnSpc>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5" name="Google Shape;195;p15"/>
          <p:cNvSpPr txBox="1"/>
          <p:nvPr>
            <p:ph idx="1" type="subTitle"/>
          </p:nvPr>
        </p:nvSpPr>
        <p:spPr>
          <a:xfrm>
            <a:off x="4518688" y="3379338"/>
            <a:ext cx="3519600" cy="963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96" name="Shape 196"/>
        <p:cNvGrpSpPr/>
        <p:nvPr/>
      </p:nvGrpSpPr>
      <p:grpSpPr>
        <a:xfrm>
          <a:off x="0" y="0"/>
          <a:ext cx="0" cy="0"/>
          <a:chOff x="0" y="0"/>
          <a:chExt cx="0" cy="0"/>
        </a:xfrm>
      </p:grpSpPr>
      <p:pic>
        <p:nvPicPr>
          <p:cNvPr id="197" name="Google Shape;197;p16"/>
          <p:cNvPicPr preferRelativeResize="0"/>
          <p:nvPr/>
        </p:nvPicPr>
        <p:blipFill>
          <a:blip r:embed="rId2">
            <a:alphaModFix/>
          </a:blip>
          <a:stretch>
            <a:fillRect/>
          </a:stretch>
        </p:blipFill>
        <p:spPr>
          <a:xfrm>
            <a:off x="0" y="3954228"/>
            <a:ext cx="9143998" cy="2020744"/>
          </a:xfrm>
          <a:prstGeom prst="rect">
            <a:avLst/>
          </a:prstGeom>
          <a:noFill/>
          <a:ln>
            <a:noFill/>
          </a:ln>
        </p:spPr>
      </p:pic>
      <p:grpSp>
        <p:nvGrpSpPr>
          <p:cNvPr id="198" name="Google Shape;198;p16"/>
          <p:cNvGrpSpPr/>
          <p:nvPr/>
        </p:nvGrpSpPr>
        <p:grpSpPr>
          <a:xfrm>
            <a:off x="1032025" y="-586025"/>
            <a:ext cx="8841525" cy="3142150"/>
            <a:chOff x="1032025" y="-586025"/>
            <a:chExt cx="8841525" cy="3142150"/>
          </a:xfrm>
        </p:grpSpPr>
        <p:sp>
          <p:nvSpPr>
            <p:cNvPr id="199" name="Google Shape;199;p16"/>
            <p:cNvSpPr/>
            <p:nvPr/>
          </p:nvSpPr>
          <p:spPr>
            <a:xfrm>
              <a:off x="8744950" y="1427525"/>
              <a:ext cx="1128600" cy="11286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200" name="Google Shape;200;p16"/>
            <p:cNvSpPr/>
            <p:nvPr/>
          </p:nvSpPr>
          <p:spPr>
            <a:xfrm>
              <a:off x="1032025" y="-586025"/>
              <a:ext cx="1329900" cy="13299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grpSp>
        <p:nvGrpSpPr>
          <p:cNvPr id="201" name="Google Shape;201;p16"/>
          <p:cNvGrpSpPr/>
          <p:nvPr/>
        </p:nvGrpSpPr>
        <p:grpSpPr>
          <a:xfrm>
            <a:off x="216575" y="-209900"/>
            <a:ext cx="7543750" cy="5353400"/>
            <a:chOff x="216575" y="-209900"/>
            <a:chExt cx="7543750" cy="5353400"/>
          </a:xfrm>
        </p:grpSpPr>
        <p:sp>
          <p:nvSpPr>
            <p:cNvPr id="202" name="Google Shape;202;p16"/>
            <p:cNvSpPr/>
            <p:nvPr/>
          </p:nvSpPr>
          <p:spPr>
            <a:xfrm>
              <a:off x="216575" y="4041500"/>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203" name="Google Shape;203;p16"/>
            <p:cNvSpPr/>
            <p:nvPr/>
          </p:nvSpPr>
          <p:spPr>
            <a:xfrm>
              <a:off x="900275" y="4382225"/>
              <a:ext cx="683700" cy="683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204" name="Google Shape;204;p16"/>
            <p:cNvSpPr/>
            <p:nvPr/>
          </p:nvSpPr>
          <p:spPr>
            <a:xfrm>
              <a:off x="6545575" y="4459800"/>
              <a:ext cx="683700" cy="683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205" name="Google Shape;205;p16"/>
            <p:cNvSpPr/>
            <p:nvPr/>
          </p:nvSpPr>
          <p:spPr>
            <a:xfrm>
              <a:off x="5655025" y="-209900"/>
              <a:ext cx="683700" cy="683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206" name="Google Shape;206;p16"/>
            <p:cNvSpPr/>
            <p:nvPr/>
          </p:nvSpPr>
          <p:spPr>
            <a:xfrm>
              <a:off x="6239538" y="197650"/>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207" name="Google Shape;207;p16"/>
            <p:cNvSpPr/>
            <p:nvPr/>
          </p:nvSpPr>
          <p:spPr>
            <a:xfrm>
              <a:off x="7076625" y="-42400"/>
              <a:ext cx="683700" cy="683700"/>
            </a:xfrm>
            <a:prstGeom prst="mathPlus">
              <a:avLst>
                <a:gd fmla="val 23520" name="adj1"/>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sp>
        <p:nvSpPr>
          <p:cNvPr id="208" name="Google Shape;208;p16"/>
          <p:cNvSpPr txBox="1"/>
          <p:nvPr>
            <p:ph type="title"/>
          </p:nvPr>
        </p:nvSpPr>
        <p:spPr>
          <a:xfrm>
            <a:off x="870050" y="1334225"/>
            <a:ext cx="2670900" cy="12219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9" name="Google Shape;209;p16"/>
          <p:cNvSpPr txBox="1"/>
          <p:nvPr>
            <p:ph idx="1" type="subTitle"/>
          </p:nvPr>
        </p:nvSpPr>
        <p:spPr>
          <a:xfrm>
            <a:off x="870050" y="2556175"/>
            <a:ext cx="2670900" cy="1253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solidFill>
                  <a:schemeClr val="dk2"/>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210" name="Shape 210"/>
        <p:cNvGrpSpPr/>
        <p:nvPr/>
      </p:nvGrpSpPr>
      <p:grpSpPr>
        <a:xfrm>
          <a:off x="0" y="0"/>
          <a:ext cx="0" cy="0"/>
          <a:chOff x="0" y="0"/>
          <a:chExt cx="0" cy="0"/>
        </a:xfrm>
      </p:grpSpPr>
      <p:grpSp>
        <p:nvGrpSpPr>
          <p:cNvPr id="211" name="Google Shape;211;p17"/>
          <p:cNvGrpSpPr/>
          <p:nvPr/>
        </p:nvGrpSpPr>
        <p:grpSpPr>
          <a:xfrm>
            <a:off x="29525" y="-144200"/>
            <a:ext cx="9084950" cy="5287700"/>
            <a:chOff x="29525" y="-144200"/>
            <a:chExt cx="9084950" cy="5287700"/>
          </a:xfrm>
        </p:grpSpPr>
        <p:sp>
          <p:nvSpPr>
            <p:cNvPr id="212" name="Google Shape;212;p17"/>
            <p:cNvSpPr/>
            <p:nvPr/>
          </p:nvSpPr>
          <p:spPr>
            <a:xfrm>
              <a:off x="29525" y="1994475"/>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213" name="Google Shape;213;p17"/>
            <p:cNvSpPr/>
            <p:nvPr/>
          </p:nvSpPr>
          <p:spPr>
            <a:xfrm>
              <a:off x="900275" y="4382225"/>
              <a:ext cx="683700" cy="683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214" name="Google Shape;214;p17"/>
            <p:cNvSpPr/>
            <p:nvPr/>
          </p:nvSpPr>
          <p:spPr>
            <a:xfrm>
              <a:off x="6545575" y="4459800"/>
              <a:ext cx="683700" cy="683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215" name="Google Shape;215;p17"/>
            <p:cNvSpPr/>
            <p:nvPr/>
          </p:nvSpPr>
          <p:spPr>
            <a:xfrm>
              <a:off x="7016925" y="-52300"/>
              <a:ext cx="683700" cy="683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216" name="Google Shape;216;p17"/>
            <p:cNvSpPr/>
            <p:nvPr/>
          </p:nvSpPr>
          <p:spPr>
            <a:xfrm>
              <a:off x="7935663" y="-144200"/>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217" name="Google Shape;217;p17"/>
            <p:cNvSpPr/>
            <p:nvPr/>
          </p:nvSpPr>
          <p:spPr>
            <a:xfrm>
              <a:off x="8430775" y="683700"/>
              <a:ext cx="683700" cy="683700"/>
            </a:xfrm>
            <a:prstGeom prst="mathPlus">
              <a:avLst>
                <a:gd fmla="val 23520" name="adj1"/>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218" name="Google Shape;218;p17"/>
            <p:cNvSpPr/>
            <p:nvPr/>
          </p:nvSpPr>
          <p:spPr>
            <a:xfrm>
              <a:off x="113075" y="3523500"/>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pic>
        <p:nvPicPr>
          <p:cNvPr id="219" name="Google Shape;219;p17"/>
          <p:cNvPicPr preferRelativeResize="0"/>
          <p:nvPr/>
        </p:nvPicPr>
        <p:blipFill>
          <a:blip r:embed="rId2">
            <a:alphaModFix/>
          </a:blip>
          <a:stretch>
            <a:fillRect/>
          </a:stretch>
        </p:blipFill>
        <p:spPr>
          <a:xfrm flipH="1">
            <a:off x="0" y="3954228"/>
            <a:ext cx="9143998" cy="2020744"/>
          </a:xfrm>
          <a:prstGeom prst="rect">
            <a:avLst/>
          </a:prstGeom>
          <a:noFill/>
          <a:ln>
            <a:noFill/>
          </a:ln>
        </p:spPr>
      </p:pic>
      <p:grpSp>
        <p:nvGrpSpPr>
          <p:cNvPr id="220" name="Google Shape;220;p17"/>
          <p:cNvGrpSpPr/>
          <p:nvPr/>
        </p:nvGrpSpPr>
        <p:grpSpPr>
          <a:xfrm>
            <a:off x="-580525" y="399900"/>
            <a:ext cx="10395600" cy="3217325"/>
            <a:chOff x="-580525" y="399900"/>
            <a:chExt cx="10395600" cy="3217325"/>
          </a:xfrm>
        </p:grpSpPr>
        <p:sp>
          <p:nvSpPr>
            <p:cNvPr id="221" name="Google Shape;221;p17"/>
            <p:cNvSpPr/>
            <p:nvPr/>
          </p:nvSpPr>
          <p:spPr>
            <a:xfrm>
              <a:off x="8686475" y="2488625"/>
              <a:ext cx="1128600" cy="11286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222" name="Google Shape;222;p17"/>
            <p:cNvSpPr/>
            <p:nvPr/>
          </p:nvSpPr>
          <p:spPr>
            <a:xfrm>
              <a:off x="-580525" y="399900"/>
              <a:ext cx="1329900" cy="13299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sp>
        <p:nvSpPr>
          <p:cNvPr id="223" name="Google Shape;223;p17"/>
          <p:cNvSpPr txBox="1"/>
          <p:nvPr>
            <p:ph type="title"/>
          </p:nvPr>
        </p:nvSpPr>
        <p:spPr>
          <a:xfrm>
            <a:off x="4825225" y="1334225"/>
            <a:ext cx="2670900" cy="12219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500"/>
              <a:buNone/>
              <a:defRPr/>
            </a:lvl1pPr>
            <a:lvl2pPr lvl="1" rtl="0" algn="r">
              <a:spcBef>
                <a:spcPts val="0"/>
              </a:spcBef>
              <a:spcAft>
                <a:spcPts val="0"/>
              </a:spcAft>
              <a:buSzPts val="3500"/>
              <a:buNone/>
              <a:defRPr/>
            </a:lvl2pPr>
            <a:lvl3pPr lvl="2" rtl="0" algn="r">
              <a:spcBef>
                <a:spcPts val="0"/>
              </a:spcBef>
              <a:spcAft>
                <a:spcPts val="0"/>
              </a:spcAft>
              <a:buSzPts val="3500"/>
              <a:buNone/>
              <a:defRPr/>
            </a:lvl3pPr>
            <a:lvl4pPr lvl="3" rtl="0" algn="r">
              <a:spcBef>
                <a:spcPts val="0"/>
              </a:spcBef>
              <a:spcAft>
                <a:spcPts val="0"/>
              </a:spcAft>
              <a:buSzPts val="3500"/>
              <a:buNone/>
              <a:defRPr/>
            </a:lvl4pPr>
            <a:lvl5pPr lvl="4" rtl="0" algn="r">
              <a:spcBef>
                <a:spcPts val="0"/>
              </a:spcBef>
              <a:spcAft>
                <a:spcPts val="0"/>
              </a:spcAft>
              <a:buSzPts val="3500"/>
              <a:buNone/>
              <a:defRPr/>
            </a:lvl5pPr>
            <a:lvl6pPr lvl="5" rtl="0" algn="r">
              <a:spcBef>
                <a:spcPts val="0"/>
              </a:spcBef>
              <a:spcAft>
                <a:spcPts val="0"/>
              </a:spcAft>
              <a:buSzPts val="3500"/>
              <a:buNone/>
              <a:defRPr/>
            </a:lvl6pPr>
            <a:lvl7pPr lvl="6" rtl="0" algn="r">
              <a:spcBef>
                <a:spcPts val="0"/>
              </a:spcBef>
              <a:spcAft>
                <a:spcPts val="0"/>
              </a:spcAft>
              <a:buSzPts val="3500"/>
              <a:buNone/>
              <a:defRPr/>
            </a:lvl7pPr>
            <a:lvl8pPr lvl="7" rtl="0" algn="r">
              <a:spcBef>
                <a:spcPts val="0"/>
              </a:spcBef>
              <a:spcAft>
                <a:spcPts val="0"/>
              </a:spcAft>
              <a:buSzPts val="3500"/>
              <a:buNone/>
              <a:defRPr/>
            </a:lvl8pPr>
            <a:lvl9pPr lvl="8" rtl="0" algn="r">
              <a:spcBef>
                <a:spcPts val="0"/>
              </a:spcBef>
              <a:spcAft>
                <a:spcPts val="0"/>
              </a:spcAft>
              <a:buSzPts val="3500"/>
              <a:buNone/>
              <a:defRPr/>
            </a:lvl9pPr>
          </a:lstStyle>
          <a:p/>
        </p:txBody>
      </p:sp>
      <p:sp>
        <p:nvSpPr>
          <p:cNvPr id="224" name="Google Shape;224;p17"/>
          <p:cNvSpPr txBox="1"/>
          <p:nvPr>
            <p:ph idx="1" type="subTitle"/>
          </p:nvPr>
        </p:nvSpPr>
        <p:spPr>
          <a:xfrm>
            <a:off x="4825225" y="2556175"/>
            <a:ext cx="2670900" cy="12531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solidFill>
                  <a:schemeClr val="dk2"/>
                </a:solidFill>
              </a:defRPr>
            </a:lvl1pPr>
            <a:lvl2pPr lvl="1" rtl="0" algn="r">
              <a:lnSpc>
                <a:spcPct val="100000"/>
              </a:lnSpc>
              <a:spcBef>
                <a:spcPts val="0"/>
              </a:spcBef>
              <a:spcAft>
                <a:spcPts val="0"/>
              </a:spcAft>
              <a:buSzPts val="1400"/>
              <a:buNone/>
              <a:defRPr/>
            </a:lvl2pPr>
            <a:lvl3pPr lvl="2" rtl="0" algn="r">
              <a:lnSpc>
                <a:spcPct val="100000"/>
              </a:lnSpc>
              <a:spcBef>
                <a:spcPts val="0"/>
              </a:spcBef>
              <a:spcAft>
                <a:spcPts val="0"/>
              </a:spcAft>
              <a:buSzPts val="1400"/>
              <a:buNone/>
              <a:defRPr/>
            </a:lvl3pPr>
            <a:lvl4pPr lvl="3" rtl="0" algn="r">
              <a:lnSpc>
                <a:spcPct val="100000"/>
              </a:lnSpc>
              <a:spcBef>
                <a:spcPts val="0"/>
              </a:spcBef>
              <a:spcAft>
                <a:spcPts val="0"/>
              </a:spcAft>
              <a:buSzPts val="1400"/>
              <a:buNone/>
              <a:defRPr/>
            </a:lvl4pPr>
            <a:lvl5pPr lvl="4" rtl="0" algn="r">
              <a:lnSpc>
                <a:spcPct val="100000"/>
              </a:lnSpc>
              <a:spcBef>
                <a:spcPts val="0"/>
              </a:spcBef>
              <a:spcAft>
                <a:spcPts val="0"/>
              </a:spcAft>
              <a:buSzPts val="1400"/>
              <a:buNone/>
              <a:defRPr/>
            </a:lvl5pPr>
            <a:lvl6pPr lvl="5" rtl="0" algn="r">
              <a:lnSpc>
                <a:spcPct val="100000"/>
              </a:lnSpc>
              <a:spcBef>
                <a:spcPts val="0"/>
              </a:spcBef>
              <a:spcAft>
                <a:spcPts val="0"/>
              </a:spcAft>
              <a:buSzPts val="1400"/>
              <a:buNone/>
              <a:defRPr/>
            </a:lvl6pPr>
            <a:lvl7pPr lvl="6" rtl="0" algn="r">
              <a:lnSpc>
                <a:spcPct val="100000"/>
              </a:lnSpc>
              <a:spcBef>
                <a:spcPts val="0"/>
              </a:spcBef>
              <a:spcAft>
                <a:spcPts val="0"/>
              </a:spcAft>
              <a:buSzPts val="1400"/>
              <a:buNone/>
              <a:defRPr/>
            </a:lvl7pPr>
            <a:lvl8pPr lvl="7" rtl="0" algn="r">
              <a:lnSpc>
                <a:spcPct val="100000"/>
              </a:lnSpc>
              <a:spcBef>
                <a:spcPts val="0"/>
              </a:spcBef>
              <a:spcAft>
                <a:spcPts val="0"/>
              </a:spcAft>
              <a:buSzPts val="1400"/>
              <a:buNone/>
              <a:defRPr/>
            </a:lvl8pPr>
            <a:lvl9pPr lvl="8" rtl="0" algn="r">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225" name="Shape 225"/>
        <p:cNvGrpSpPr/>
        <p:nvPr/>
      </p:nvGrpSpPr>
      <p:grpSpPr>
        <a:xfrm>
          <a:off x="0" y="0"/>
          <a:ext cx="0" cy="0"/>
          <a:chOff x="0" y="0"/>
          <a:chExt cx="0" cy="0"/>
        </a:xfrm>
      </p:grpSpPr>
      <p:pic>
        <p:nvPicPr>
          <p:cNvPr id="226" name="Google Shape;226;p18"/>
          <p:cNvPicPr preferRelativeResize="0"/>
          <p:nvPr/>
        </p:nvPicPr>
        <p:blipFill rotWithShape="1">
          <a:blip r:embed="rId2">
            <a:alphaModFix/>
          </a:blip>
          <a:srcRect b="46193" l="0" r="0" t="0"/>
          <a:stretch/>
        </p:blipFill>
        <p:spPr>
          <a:xfrm flipH="1">
            <a:off x="2" y="4201626"/>
            <a:ext cx="9143998" cy="1087275"/>
          </a:xfrm>
          <a:prstGeom prst="rect">
            <a:avLst/>
          </a:prstGeom>
          <a:noFill/>
          <a:ln>
            <a:noFill/>
          </a:ln>
        </p:spPr>
      </p:pic>
      <p:grpSp>
        <p:nvGrpSpPr>
          <p:cNvPr id="227" name="Google Shape;227;p18"/>
          <p:cNvGrpSpPr/>
          <p:nvPr/>
        </p:nvGrpSpPr>
        <p:grpSpPr>
          <a:xfrm>
            <a:off x="-661700" y="-493700"/>
            <a:ext cx="9346700" cy="3322550"/>
            <a:chOff x="-661700" y="-493700"/>
            <a:chExt cx="9346700" cy="3322550"/>
          </a:xfrm>
        </p:grpSpPr>
        <p:sp>
          <p:nvSpPr>
            <p:cNvPr id="228" name="Google Shape;228;p18"/>
            <p:cNvSpPr/>
            <p:nvPr/>
          </p:nvSpPr>
          <p:spPr>
            <a:xfrm>
              <a:off x="7651800" y="-493700"/>
              <a:ext cx="1033200" cy="10332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229" name="Google Shape;229;p18"/>
            <p:cNvSpPr/>
            <p:nvPr/>
          </p:nvSpPr>
          <p:spPr>
            <a:xfrm>
              <a:off x="-661700" y="1795650"/>
              <a:ext cx="1033200" cy="10332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sp>
        <p:nvSpPr>
          <p:cNvPr id="230" name="Google Shape;230;p18"/>
          <p:cNvSpPr txBox="1"/>
          <p:nvPr>
            <p:ph idx="1" type="subTitle"/>
          </p:nvPr>
        </p:nvSpPr>
        <p:spPr>
          <a:xfrm>
            <a:off x="720000" y="1302875"/>
            <a:ext cx="7704000" cy="3301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31" name="Google Shape;231;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4_1_1_1">
    <p:spTree>
      <p:nvGrpSpPr>
        <p:cNvPr id="232" name="Shape 232"/>
        <p:cNvGrpSpPr/>
        <p:nvPr/>
      </p:nvGrpSpPr>
      <p:grpSpPr>
        <a:xfrm>
          <a:off x="0" y="0"/>
          <a:ext cx="0" cy="0"/>
          <a:chOff x="0" y="0"/>
          <a:chExt cx="0" cy="0"/>
        </a:xfrm>
      </p:grpSpPr>
      <p:sp>
        <p:nvSpPr>
          <p:cNvPr id="233" name="Google Shape;233;p19"/>
          <p:cNvSpPr txBox="1"/>
          <p:nvPr>
            <p:ph idx="1" type="subTitle"/>
          </p:nvPr>
        </p:nvSpPr>
        <p:spPr>
          <a:xfrm>
            <a:off x="720000" y="1178100"/>
            <a:ext cx="7704000" cy="1403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Char char="●"/>
              <a:defRPr/>
            </a:lvl1pPr>
            <a:lvl2pPr lvl="1" rtl="0">
              <a:lnSpc>
                <a:spcPct val="100000"/>
              </a:lnSpc>
              <a:spcBef>
                <a:spcPts val="1000"/>
              </a:spcBef>
              <a:spcAft>
                <a:spcPts val="0"/>
              </a:spcAft>
              <a:buSzPts val="1400"/>
              <a:buChar char="○"/>
              <a:defRPr/>
            </a:lvl2pPr>
            <a:lvl3pPr lvl="2" rtl="0">
              <a:lnSpc>
                <a:spcPct val="100000"/>
              </a:lnSpc>
              <a:spcBef>
                <a:spcPts val="0"/>
              </a:spcBef>
              <a:spcAft>
                <a:spcPts val="0"/>
              </a:spcAft>
              <a:buSzPts val="1400"/>
              <a:buChar char="■"/>
              <a:defRPr/>
            </a:lvl3pPr>
            <a:lvl4pPr lvl="3" rtl="0">
              <a:lnSpc>
                <a:spcPct val="100000"/>
              </a:lnSpc>
              <a:spcBef>
                <a:spcPts val="0"/>
              </a:spcBef>
              <a:spcAft>
                <a:spcPts val="0"/>
              </a:spcAft>
              <a:buSzPts val="1400"/>
              <a:buChar char="●"/>
              <a:defRPr/>
            </a:lvl4pPr>
            <a:lvl5pPr lvl="4" rtl="0">
              <a:lnSpc>
                <a:spcPct val="100000"/>
              </a:lnSpc>
              <a:spcBef>
                <a:spcPts val="0"/>
              </a:spcBef>
              <a:spcAft>
                <a:spcPts val="0"/>
              </a:spcAft>
              <a:buSzPts val="1400"/>
              <a:buChar char="○"/>
              <a:defRPr/>
            </a:lvl5pPr>
            <a:lvl6pPr lvl="5" rtl="0">
              <a:lnSpc>
                <a:spcPct val="100000"/>
              </a:lnSpc>
              <a:spcBef>
                <a:spcPts val="0"/>
              </a:spcBef>
              <a:spcAft>
                <a:spcPts val="0"/>
              </a:spcAft>
              <a:buSzPts val="1400"/>
              <a:buChar char="■"/>
              <a:defRPr/>
            </a:lvl6pPr>
            <a:lvl7pPr lvl="6" rtl="0">
              <a:lnSpc>
                <a:spcPct val="100000"/>
              </a:lnSpc>
              <a:spcBef>
                <a:spcPts val="0"/>
              </a:spcBef>
              <a:spcAft>
                <a:spcPts val="0"/>
              </a:spcAft>
              <a:buSzPts val="1400"/>
              <a:buChar char="●"/>
              <a:defRPr/>
            </a:lvl7pPr>
            <a:lvl8pPr lvl="7" rtl="0">
              <a:lnSpc>
                <a:spcPct val="100000"/>
              </a:lnSpc>
              <a:spcBef>
                <a:spcPts val="0"/>
              </a:spcBef>
              <a:spcAft>
                <a:spcPts val="0"/>
              </a:spcAft>
              <a:buSzPts val="1400"/>
              <a:buChar char="○"/>
              <a:defRPr/>
            </a:lvl8pPr>
            <a:lvl9pPr lvl="8" rtl="0">
              <a:lnSpc>
                <a:spcPct val="100000"/>
              </a:lnSpc>
              <a:spcBef>
                <a:spcPts val="0"/>
              </a:spcBef>
              <a:spcAft>
                <a:spcPts val="0"/>
              </a:spcAft>
              <a:buSzPts val="1400"/>
              <a:buChar char="■"/>
              <a:defRPr/>
            </a:lvl9pPr>
          </a:lstStyle>
          <a:p/>
        </p:txBody>
      </p:sp>
      <p:sp>
        <p:nvSpPr>
          <p:cNvPr id="234" name="Google Shape;234;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35" name="Shape 235"/>
        <p:cNvGrpSpPr/>
        <p:nvPr/>
      </p:nvGrpSpPr>
      <p:grpSpPr>
        <a:xfrm>
          <a:off x="0" y="0"/>
          <a:ext cx="0" cy="0"/>
          <a:chOff x="0" y="0"/>
          <a:chExt cx="0" cy="0"/>
        </a:xfrm>
      </p:grpSpPr>
      <p:grpSp>
        <p:nvGrpSpPr>
          <p:cNvPr id="236" name="Google Shape;236;p20"/>
          <p:cNvGrpSpPr/>
          <p:nvPr/>
        </p:nvGrpSpPr>
        <p:grpSpPr>
          <a:xfrm>
            <a:off x="-1671474" y="-1949076"/>
            <a:ext cx="12451550" cy="8558752"/>
            <a:chOff x="-1671474" y="-1949076"/>
            <a:chExt cx="12451550" cy="8558752"/>
          </a:xfrm>
        </p:grpSpPr>
        <p:pic>
          <p:nvPicPr>
            <p:cNvPr id="237" name="Google Shape;237;p20"/>
            <p:cNvPicPr preferRelativeResize="0"/>
            <p:nvPr/>
          </p:nvPicPr>
          <p:blipFill rotWithShape="1">
            <a:blip r:embed="rId2">
              <a:alphaModFix/>
            </a:blip>
            <a:srcRect b="0" l="26089" r="36747" t="0"/>
            <a:stretch/>
          </p:blipFill>
          <p:spPr>
            <a:xfrm flipH="1" rot="1555744">
              <a:off x="-1400719" y="3947688"/>
              <a:ext cx="3398216" cy="2020747"/>
            </a:xfrm>
            <a:prstGeom prst="rect">
              <a:avLst/>
            </a:prstGeom>
            <a:noFill/>
            <a:ln>
              <a:noFill/>
            </a:ln>
          </p:spPr>
        </p:pic>
        <p:pic>
          <p:nvPicPr>
            <p:cNvPr id="238" name="Google Shape;238;p20"/>
            <p:cNvPicPr preferRelativeResize="0"/>
            <p:nvPr/>
          </p:nvPicPr>
          <p:blipFill rotWithShape="1">
            <a:blip r:embed="rId3">
              <a:alphaModFix/>
            </a:blip>
            <a:srcRect b="0" l="-90" r="47436" t="0"/>
            <a:stretch/>
          </p:blipFill>
          <p:spPr>
            <a:xfrm flipH="1" rot="-8252485">
              <a:off x="6891216" y="-968309"/>
              <a:ext cx="3690717" cy="2020740"/>
            </a:xfrm>
            <a:prstGeom prst="rect">
              <a:avLst/>
            </a:prstGeom>
            <a:noFill/>
            <a:ln>
              <a:noFill/>
            </a:ln>
          </p:spPr>
        </p:pic>
      </p:grpSp>
      <p:sp>
        <p:nvSpPr>
          <p:cNvPr id="239" name="Google Shape;239;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40" name="Google Shape;240;p20"/>
          <p:cNvSpPr txBox="1"/>
          <p:nvPr>
            <p:ph idx="1" type="subTitle"/>
          </p:nvPr>
        </p:nvSpPr>
        <p:spPr>
          <a:xfrm>
            <a:off x="5194145" y="3136004"/>
            <a:ext cx="2640000" cy="1177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b="0">
                <a:solidFill>
                  <a:schemeClr val="dk2"/>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1" name="Google Shape;241;p20"/>
          <p:cNvSpPr txBox="1"/>
          <p:nvPr>
            <p:ph idx="2" type="subTitle"/>
          </p:nvPr>
        </p:nvSpPr>
        <p:spPr>
          <a:xfrm>
            <a:off x="1309843" y="3136004"/>
            <a:ext cx="2640000" cy="1177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b="0">
                <a:solidFill>
                  <a:schemeClr val="dk2"/>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2" name="Google Shape;242;p20"/>
          <p:cNvSpPr txBox="1"/>
          <p:nvPr>
            <p:ph idx="3" type="subTitle"/>
          </p:nvPr>
        </p:nvSpPr>
        <p:spPr>
          <a:xfrm>
            <a:off x="1309843" y="2704302"/>
            <a:ext cx="2640000" cy="558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sz="2400">
                <a:solidFill>
                  <a:schemeClr val="dk1"/>
                </a:solidFill>
                <a:latin typeface="Inter Medium"/>
                <a:ea typeface="Inter Medium"/>
                <a:cs typeface="Inter Medium"/>
                <a:sym typeface="Inter Medium"/>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43" name="Google Shape;243;p20"/>
          <p:cNvSpPr txBox="1"/>
          <p:nvPr>
            <p:ph idx="4" type="subTitle"/>
          </p:nvPr>
        </p:nvSpPr>
        <p:spPr>
          <a:xfrm>
            <a:off x="5194145" y="2704302"/>
            <a:ext cx="2640000" cy="558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sz="2400">
                <a:solidFill>
                  <a:schemeClr val="dk1"/>
                </a:solidFill>
                <a:latin typeface="Inter Medium"/>
                <a:ea typeface="Inter Medium"/>
                <a:cs typeface="Inter Medium"/>
                <a:sym typeface="Inter Medium"/>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244" name="Shape 244"/>
        <p:cNvGrpSpPr/>
        <p:nvPr/>
      </p:nvGrpSpPr>
      <p:grpSpPr>
        <a:xfrm>
          <a:off x="0" y="0"/>
          <a:ext cx="0" cy="0"/>
          <a:chOff x="0" y="0"/>
          <a:chExt cx="0" cy="0"/>
        </a:xfrm>
      </p:grpSpPr>
      <p:pic>
        <p:nvPicPr>
          <p:cNvPr id="245" name="Google Shape;245;p21"/>
          <p:cNvPicPr preferRelativeResize="0"/>
          <p:nvPr/>
        </p:nvPicPr>
        <p:blipFill>
          <a:blip r:embed="rId2">
            <a:alphaModFix/>
          </a:blip>
          <a:stretch>
            <a:fillRect/>
          </a:stretch>
        </p:blipFill>
        <p:spPr>
          <a:xfrm>
            <a:off x="0" y="3926653"/>
            <a:ext cx="9143998" cy="2020744"/>
          </a:xfrm>
          <a:prstGeom prst="rect">
            <a:avLst/>
          </a:prstGeom>
          <a:noFill/>
          <a:ln>
            <a:noFill/>
          </a:ln>
        </p:spPr>
      </p:pic>
      <p:grpSp>
        <p:nvGrpSpPr>
          <p:cNvPr id="246" name="Google Shape;246;p21"/>
          <p:cNvGrpSpPr/>
          <p:nvPr/>
        </p:nvGrpSpPr>
        <p:grpSpPr>
          <a:xfrm>
            <a:off x="-916050" y="0"/>
            <a:ext cx="10584100" cy="3473200"/>
            <a:chOff x="-916050" y="0"/>
            <a:chExt cx="10584100" cy="3473200"/>
          </a:xfrm>
        </p:grpSpPr>
        <p:sp>
          <p:nvSpPr>
            <p:cNvPr id="247" name="Google Shape;247;p21"/>
            <p:cNvSpPr/>
            <p:nvPr/>
          </p:nvSpPr>
          <p:spPr>
            <a:xfrm>
              <a:off x="-916050" y="0"/>
              <a:ext cx="1419900" cy="14199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248" name="Google Shape;248;p21"/>
            <p:cNvSpPr/>
            <p:nvPr/>
          </p:nvSpPr>
          <p:spPr>
            <a:xfrm>
              <a:off x="8634850" y="2440000"/>
              <a:ext cx="1033200" cy="10332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grpSp>
        <p:nvGrpSpPr>
          <p:cNvPr id="249" name="Google Shape;249;p21"/>
          <p:cNvGrpSpPr/>
          <p:nvPr/>
        </p:nvGrpSpPr>
        <p:grpSpPr>
          <a:xfrm>
            <a:off x="-379725" y="947300"/>
            <a:ext cx="9873025" cy="2108550"/>
            <a:chOff x="-379725" y="947300"/>
            <a:chExt cx="9873025" cy="2108550"/>
          </a:xfrm>
        </p:grpSpPr>
        <p:sp>
          <p:nvSpPr>
            <p:cNvPr id="250" name="Google Shape;250;p21"/>
            <p:cNvSpPr/>
            <p:nvPr/>
          </p:nvSpPr>
          <p:spPr>
            <a:xfrm>
              <a:off x="0" y="1688450"/>
              <a:ext cx="683700" cy="683700"/>
            </a:xfrm>
            <a:prstGeom prst="mathPlus">
              <a:avLst>
                <a:gd fmla="val 23520" name="adj1"/>
              </a:avLst>
            </a:prstGeom>
            <a:solidFill>
              <a:srgbClr val="77BEE0">
                <a:alpha val="1899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251" name="Google Shape;251;p21"/>
            <p:cNvSpPr/>
            <p:nvPr/>
          </p:nvSpPr>
          <p:spPr>
            <a:xfrm>
              <a:off x="8809600" y="947300"/>
              <a:ext cx="683700" cy="683700"/>
            </a:xfrm>
            <a:prstGeom prst="mathPlus">
              <a:avLst>
                <a:gd fmla="val 23520" name="adj1"/>
              </a:avLst>
            </a:prstGeom>
            <a:solidFill>
              <a:srgbClr val="CFE7EF">
                <a:alpha val="287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252" name="Google Shape;252;p21"/>
            <p:cNvSpPr/>
            <p:nvPr/>
          </p:nvSpPr>
          <p:spPr>
            <a:xfrm>
              <a:off x="8297450" y="1444750"/>
              <a:ext cx="683700" cy="683700"/>
            </a:xfrm>
            <a:prstGeom prst="mathPlus">
              <a:avLst>
                <a:gd fmla="val 23520" name="adj1"/>
              </a:avLst>
            </a:prstGeom>
            <a:solidFill>
              <a:srgbClr val="CFE7EF">
                <a:alpha val="287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253" name="Google Shape;253;p21"/>
            <p:cNvSpPr/>
            <p:nvPr/>
          </p:nvSpPr>
          <p:spPr>
            <a:xfrm>
              <a:off x="-379725" y="2372150"/>
              <a:ext cx="683700" cy="683700"/>
            </a:xfrm>
            <a:prstGeom prst="mathPlus">
              <a:avLst>
                <a:gd fmla="val 23520" name="adj1"/>
              </a:avLst>
            </a:prstGeom>
            <a:solidFill>
              <a:srgbClr val="CFE7EF">
                <a:alpha val="287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sp>
        <p:nvSpPr>
          <p:cNvPr id="254" name="Google Shape;254;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55" name="Google Shape;255;p21"/>
          <p:cNvSpPr txBox="1"/>
          <p:nvPr>
            <p:ph idx="1" type="subTitle"/>
          </p:nvPr>
        </p:nvSpPr>
        <p:spPr>
          <a:xfrm>
            <a:off x="4879090" y="1815475"/>
            <a:ext cx="3254100" cy="1943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400"/>
              <a:buNone/>
              <a:defRPr b="0">
                <a:solidFill>
                  <a:schemeClr val="dk2"/>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6" name="Google Shape;256;p21"/>
          <p:cNvSpPr txBox="1"/>
          <p:nvPr>
            <p:ph idx="2" type="subTitle"/>
          </p:nvPr>
        </p:nvSpPr>
        <p:spPr>
          <a:xfrm>
            <a:off x="1010813" y="1815475"/>
            <a:ext cx="3254100" cy="1943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400"/>
              <a:buNone/>
              <a:defRPr b="0">
                <a:solidFill>
                  <a:schemeClr val="dk2"/>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TITLE_AND_TWO_COLUMNS_1_1_1">
    <p:spTree>
      <p:nvGrpSpPr>
        <p:cNvPr id="257" name="Shape 257"/>
        <p:cNvGrpSpPr/>
        <p:nvPr/>
      </p:nvGrpSpPr>
      <p:grpSpPr>
        <a:xfrm>
          <a:off x="0" y="0"/>
          <a:ext cx="0" cy="0"/>
          <a:chOff x="0" y="0"/>
          <a:chExt cx="0" cy="0"/>
        </a:xfrm>
      </p:grpSpPr>
      <p:pic>
        <p:nvPicPr>
          <p:cNvPr id="258" name="Google Shape;258;p22"/>
          <p:cNvPicPr preferRelativeResize="0"/>
          <p:nvPr/>
        </p:nvPicPr>
        <p:blipFill rotWithShape="1">
          <a:blip r:embed="rId2">
            <a:alphaModFix/>
          </a:blip>
          <a:srcRect b="45406" l="0" r="0" t="0"/>
          <a:stretch/>
        </p:blipFill>
        <p:spPr>
          <a:xfrm>
            <a:off x="0" y="4085401"/>
            <a:ext cx="9143998" cy="1103225"/>
          </a:xfrm>
          <a:prstGeom prst="rect">
            <a:avLst/>
          </a:prstGeom>
          <a:noFill/>
          <a:ln>
            <a:noFill/>
          </a:ln>
        </p:spPr>
      </p:pic>
      <p:grpSp>
        <p:nvGrpSpPr>
          <p:cNvPr id="259" name="Google Shape;259;p22"/>
          <p:cNvGrpSpPr/>
          <p:nvPr/>
        </p:nvGrpSpPr>
        <p:grpSpPr>
          <a:xfrm>
            <a:off x="-606900" y="-213250"/>
            <a:ext cx="10100200" cy="3820150"/>
            <a:chOff x="-606900" y="-213250"/>
            <a:chExt cx="10100200" cy="3820150"/>
          </a:xfrm>
        </p:grpSpPr>
        <p:sp>
          <p:nvSpPr>
            <p:cNvPr id="260" name="Google Shape;260;p22"/>
            <p:cNvSpPr/>
            <p:nvPr/>
          </p:nvSpPr>
          <p:spPr>
            <a:xfrm flipH="1">
              <a:off x="8322700" y="-213250"/>
              <a:ext cx="1170600" cy="11706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261" name="Google Shape;261;p22"/>
            <p:cNvSpPr/>
            <p:nvPr/>
          </p:nvSpPr>
          <p:spPr>
            <a:xfrm flipH="1">
              <a:off x="-606900" y="2573700"/>
              <a:ext cx="1033200" cy="10332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grpSp>
        <p:nvGrpSpPr>
          <p:cNvPr id="262" name="Google Shape;262;p22"/>
          <p:cNvGrpSpPr/>
          <p:nvPr/>
        </p:nvGrpSpPr>
        <p:grpSpPr>
          <a:xfrm>
            <a:off x="-379725" y="947300"/>
            <a:ext cx="9873025" cy="1424850"/>
            <a:chOff x="-379725" y="947300"/>
            <a:chExt cx="9873025" cy="1424850"/>
          </a:xfrm>
        </p:grpSpPr>
        <p:sp>
          <p:nvSpPr>
            <p:cNvPr id="263" name="Google Shape;263;p22"/>
            <p:cNvSpPr/>
            <p:nvPr/>
          </p:nvSpPr>
          <p:spPr>
            <a:xfrm>
              <a:off x="0" y="1688450"/>
              <a:ext cx="683700" cy="683700"/>
            </a:xfrm>
            <a:prstGeom prst="mathPlus">
              <a:avLst>
                <a:gd fmla="val 23520" name="adj1"/>
              </a:avLst>
            </a:prstGeom>
            <a:solidFill>
              <a:srgbClr val="77BEE0">
                <a:alpha val="1899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264" name="Google Shape;264;p22"/>
            <p:cNvSpPr/>
            <p:nvPr/>
          </p:nvSpPr>
          <p:spPr>
            <a:xfrm>
              <a:off x="8809600" y="947300"/>
              <a:ext cx="683700" cy="683700"/>
            </a:xfrm>
            <a:prstGeom prst="mathPlus">
              <a:avLst>
                <a:gd fmla="val 23520" name="adj1"/>
              </a:avLst>
            </a:prstGeom>
            <a:solidFill>
              <a:srgbClr val="CFE7EF">
                <a:alpha val="287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265" name="Google Shape;265;p22"/>
            <p:cNvSpPr/>
            <p:nvPr/>
          </p:nvSpPr>
          <p:spPr>
            <a:xfrm>
              <a:off x="8297450" y="1444750"/>
              <a:ext cx="683700" cy="683700"/>
            </a:xfrm>
            <a:prstGeom prst="mathPlus">
              <a:avLst>
                <a:gd fmla="val 23520" name="adj1"/>
              </a:avLst>
            </a:prstGeom>
            <a:solidFill>
              <a:srgbClr val="CFE7EF">
                <a:alpha val="287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266" name="Google Shape;266;p22"/>
            <p:cNvSpPr/>
            <p:nvPr/>
          </p:nvSpPr>
          <p:spPr>
            <a:xfrm>
              <a:off x="-379725" y="1127225"/>
              <a:ext cx="683700" cy="683700"/>
            </a:xfrm>
            <a:prstGeom prst="mathPlus">
              <a:avLst>
                <a:gd fmla="val 23520" name="adj1"/>
              </a:avLst>
            </a:prstGeom>
            <a:solidFill>
              <a:srgbClr val="CFE7EF">
                <a:alpha val="287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sp>
        <p:nvSpPr>
          <p:cNvPr id="267" name="Google Shape;267;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68" name="Google Shape;268;p22"/>
          <p:cNvSpPr txBox="1"/>
          <p:nvPr>
            <p:ph idx="1" type="subTitle"/>
          </p:nvPr>
        </p:nvSpPr>
        <p:spPr>
          <a:xfrm>
            <a:off x="4603501" y="1169750"/>
            <a:ext cx="3820500" cy="34344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1400"/>
              <a:buChar char="●"/>
              <a:defRPr b="0">
                <a:solidFill>
                  <a:schemeClr val="dk2"/>
                </a:solidFill>
              </a:defRPr>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
        <p:nvSpPr>
          <p:cNvPr id="269" name="Google Shape;269;p22"/>
          <p:cNvSpPr txBox="1"/>
          <p:nvPr>
            <p:ph idx="2" type="subTitle"/>
          </p:nvPr>
        </p:nvSpPr>
        <p:spPr>
          <a:xfrm>
            <a:off x="720000" y="1169750"/>
            <a:ext cx="3820500" cy="34344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1400"/>
              <a:buChar char="●"/>
              <a:defRPr b="0">
                <a:solidFill>
                  <a:schemeClr val="dk2"/>
                </a:solidFill>
              </a:defRPr>
            </a:lvl1pPr>
            <a:lvl2pPr lvl="1" rtl="0" algn="ctr">
              <a:lnSpc>
                <a:spcPct val="100000"/>
              </a:lnSpc>
              <a:spcBef>
                <a:spcPts val="100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70" name="Shape 270"/>
        <p:cNvGrpSpPr/>
        <p:nvPr/>
      </p:nvGrpSpPr>
      <p:grpSpPr>
        <a:xfrm>
          <a:off x="0" y="0"/>
          <a:ext cx="0" cy="0"/>
          <a:chOff x="0" y="0"/>
          <a:chExt cx="0" cy="0"/>
        </a:xfrm>
      </p:grpSpPr>
      <p:pic>
        <p:nvPicPr>
          <p:cNvPr id="271" name="Google Shape;271;p23"/>
          <p:cNvPicPr preferRelativeResize="0"/>
          <p:nvPr/>
        </p:nvPicPr>
        <p:blipFill>
          <a:blip r:embed="rId2">
            <a:alphaModFix/>
          </a:blip>
          <a:stretch>
            <a:fillRect/>
          </a:stretch>
        </p:blipFill>
        <p:spPr>
          <a:xfrm>
            <a:off x="0" y="4002403"/>
            <a:ext cx="9143998" cy="2020744"/>
          </a:xfrm>
          <a:prstGeom prst="rect">
            <a:avLst/>
          </a:prstGeom>
          <a:noFill/>
          <a:ln>
            <a:noFill/>
          </a:ln>
        </p:spPr>
      </p:pic>
      <p:sp>
        <p:nvSpPr>
          <p:cNvPr id="272" name="Google Shape;272;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73" name="Google Shape;273;p23"/>
          <p:cNvSpPr txBox="1"/>
          <p:nvPr>
            <p:ph idx="1" type="subTitle"/>
          </p:nvPr>
        </p:nvSpPr>
        <p:spPr>
          <a:xfrm>
            <a:off x="937625" y="3137443"/>
            <a:ext cx="2175300" cy="1015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solidFill>
                  <a:schemeClr val="dk2"/>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4" name="Google Shape;274;p23"/>
          <p:cNvSpPr txBox="1"/>
          <p:nvPr>
            <p:ph idx="2" type="subTitle"/>
          </p:nvPr>
        </p:nvSpPr>
        <p:spPr>
          <a:xfrm>
            <a:off x="3484348" y="3137443"/>
            <a:ext cx="2175300" cy="1015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solidFill>
                  <a:schemeClr val="dk2"/>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5" name="Google Shape;275;p23"/>
          <p:cNvSpPr txBox="1"/>
          <p:nvPr>
            <p:ph idx="3" type="subTitle"/>
          </p:nvPr>
        </p:nvSpPr>
        <p:spPr>
          <a:xfrm>
            <a:off x="6031075" y="3137443"/>
            <a:ext cx="2175300" cy="1015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solidFill>
                  <a:schemeClr val="dk2"/>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6" name="Google Shape;276;p23"/>
          <p:cNvSpPr txBox="1"/>
          <p:nvPr>
            <p:ph idx="4" type="subTitle"/>
          </p:nvPr>
        </p:nvSpPr>
        <p:spPr>
          <a:xfrm>
            <a:off x="937625" y="2602974"/>
            <a:ext cx="2175300" cy="660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sz="2400">
                <a:solidFill>
                  <a:schemeClr val="dk1"/>
                </a:solidFill>
                <a:latin typeface="Inter Medium"/>
                <a:ea typeface="Inter Medium"/>
                <a:cs typeface="Inter Medium"/>
                <a:sym typeface="Inter Medium"/>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77" name="Google Shape;277;p23"/>
          <p:cNvSpPr txBox="1"/>
          <p:nvPr>
            <p:ph idx="5" type="subTitle"/>
          </p:nvPr>
        </p:nvSpPr>
        <p:spPr>
          <a:xfrm>
            <a:off x="3484352" y="2602974"/>
            <a:ext cx="2175300" cy="660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sz="2400">
                <a:solidFill>
                  <a:schemeClr val="dk1"/>
                </a:solidFill>
                <a:latin typeface="Inter Medium"/>
                <a:ea typeface="Inter Medium"/>
                <a:cs typeface="Inter Medium"/>
                <a:sym typeface="Inter Medium"/>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78" name="Google Shape;278;p23"/>
          <p:cNvSpPr txBox="1"/>
          <p:nvPr>
            <p:ph idx="6" type="subTitle"/>
          </p:nvPr>
        </p:nvSpPr>
        <p:spPr>
          <a:xfrm>
            <a:off x="6031075" y="2602974"/>
            <a:ext cx="2175300" cy="660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sz="2400">
                <a:solidFill>
                  <a:schemeClr val="dk1"/>
                </a:solidFill>
                <a:latin typeface="Inter Medium"/>
                <a:ea typeface="Inter Medium"/>
                <a:cs typeface="Inter Medium"/>
                <a:sym typeface="Inter Medium"/>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279" name="Google Shape;279;p23"/>
          <p:cNvGrpSpPr/>
          <p:nvPr/>
        </p:nvGrpSpPr>
        <p:grpSpPr>
          <a:xfrm>
            <a:off x="-1294883" y="406951"/>
            <a:ext cx="11470969" cy="4427369"/>
            <a:chOff x="-1294883" y="406951"/>
            <a:chExt cx="11470969" cy="4427369"/>
          </a:xfrm>
        </p:grpSpPr>
        <p:grpSp>
          <p:nvGrpSpPr>
            <p:cNvPr id="280" name="Google Shape;280;p23"/>
            <p:cNvGrpSpPr/>
            <p:nvPr/>
          </p:nvGrpSpPr>
          <p:grpSpPr>
            <a:xfrm>
              <a:off x="-1294883" y="3089001"/>
              <a:ext cx="1745319" cy="1745319"/>
              <a:chOff x="-1264450" y="1752750"/>
              <a:chExt cx="2284449" cy="2284449"/>
            </a:xfrm>
          </p:grpSpPr>
          <p:pic>
            <p:nvPicPr>
              <p:cNvPr id="281" name="Google Shape;281;p23"/>
              <p:cNvPicPr preferRelativeResize="0"/>
              <p:nvPr/>
            </p:nvPicPr>
            <p:blipFill>
              <a:blip r:embed="rId3">
                <a:alphaModFix/>
              </a:blip>
              <a:stretch>
                <a:fillRect/>
              </a:stretch>
            </p:blipFill>
            <p:spPr>
              <a:xfrm>
                <a:off x="-1264450" y="1752750"/>
                <a:ext cx="2284449" cy="2284449"/>
              </a:xfrm>
              <a:prstGeom prst="rect">
                <a:avLst/>
              </a:prstGeom>
              <a:noFill/>
              <a:ln>
                <a:noFill/>
              </a:ln>
            </p:spPr>
          </p:pic>
          <p:sp>
            <p:nvSpPr>
              <p:cNvPr id="282" name="Google Shape;282;p23"/>
              <p:cNvSpPr/>
              <p:nvPr/>
            </p:nvSpPr>
            <p:spPr>
              <a:xfrm>
                <a:off x="-864726" y="2152474"/>
                <a:ext cx="1485000" cy="14850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grpSp>
          <p:nvGrpSpPr>
            <p:cNvPr id="283" name="Google Shape;283;p23"/>
            <p:cNvGrpSpPr/>
            <p:nvPr/>
          </p:nvGrpSpPr>
          <p:grpSpPr>
            <a:xfrm>
              <a:off x="8430767" y="406951"/>
              <a:ext cx="1745319" cy="1745319"/>
              <a:chOff x="-1264450" y="1752750"/>
              <a:chExt cx="2284449" cy="2284449"/>
            </a:xfrm>
          </p:grpSpPr>
          <p:pic>
            <p:nvPicPr>
              <p:cNvPr id="284" name="Google Shape;284;p23"/>
              <p:cNvPicPr preferRelativeResize="0"/>
              <p:nvPr/>
            </p:nvPicPr>
            <p:blipFill>
              <a:blip r:embed="rId3">
                <a:alphaModFix/>
              </a:blip>
              <a:stretch>
                <a:fillRect/>
              </a:stretch>
            </p:blipFill>
            <p:spPr>
              <a:xfrm>
                <a:off x="-1264450" y="1752750"/>
                <a:ext cx="2284449" cy="2284449"/>
              </a:xfrm>
              <a:prstGeom prst="rect">
                <a:avLst/>
              </a:prstGeom>
              <a:noFill/>
              <a:ln>
                <a:noFill/>
              </a:ln>
            </p:spPr>
          </p:pic>
          <p:sp>
            <p:nvSpPr>
              <p:cNvPr id="285" name="Google Shape;285;p23"/>
              <p:cNvSpPr/>
              <p:nvPr/>
            </p:nvSpPr>
            <p:spPr>
              <a:xfrm>
                <a:off x="-864726" y="2152474"/>
                <a:ext cx="1485000" cy="14850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86" name="Shape 286"/>
        <p:cNvGrpSpPr/>
        <p:nvPr/>
      </p:nvGrpSpPr>
      <p:grpSpPr>
        <a:xfrm>
          <a:off x="0" y="0"/>
          <a:ext cx="0" cy="0"/>
          <a:chOff x="0" y="0"/>
          <a:chExt cx="0" cy="0"/>
        </a:xfrm>
      </p:grpSpPr>
      <p:grpSp>
        <p:nvGrpSpPr>
          <p:cNvPr id="287" name="Google Shape;287;p24"/>
          <p:cNvGrpSpPr/>
          <p:nvPr/>
        </p:nvGrpSpPr>
        <p:grpSpPr>
          <a:xfrm>
            <a:off x="-1722674" y="-2260554"/>
            <a:ext cx="12880725" cy="9405380"/>
            <a:chOff x="-1722674" y="-2260554"/>
            <a:chExt cx="12880725" cy="9405380"/>
          </a:xfrm>
        </p:grpSpPr>
        <p:pic>
          <p:nvPicPr>
            <p:cNvPr id="288" name="Google Shape;288;p24"/>
            <p:cNvPicPr preferRelativeResize="0"/>
            <p:nvPr/>
          </p:nvPicPr>
          <p:blipFill rotWithShape="1">
            <a:blip r:embed="rId2">
              <a:alphaModFix/>
            </a:blip>
            <a:srcRect b="0" l="18669" r="29817" t="0"/>
            <a:stretch/>
          </p:blipFill>
          <p:spPr>
            <a:xfrm rot="-1555742">
              <a:off x="6242855" y="4195943"/>
              <a:ext cx="4710491" cy="2020741"/>
            </a:xfrm>
            <a:prstGeom prst="rect">
              <a:avLst/>
            </a:prstGeom>
            <a:noFill/>
            <a:ln>
              <a:noFill/>
            </a:ln>
          </p:spPr>
        </p:pic>
        <p:pic>
          <p:nvPicPr>
            <p:cNvPr id="289" name="Google Shape;289;p24"/>
            <p:cNvPicPr preferRelativeResize="0"/>
            <p:nvPr/>
          </p:nvPicPr>
          <p:blipFill rotWithShape="1">
            <a:blip r:embed="rId3">
              <a:alphaModFix/>
            </a:blip>
            <a:srcRect b="0" l="26765" r="28813" t="0"/>
            <a:stretch/>
          </p:blipFill>
          <p:spPr>
            <a:xfrm rot="8252475">
              <a:off x="-1573222" y="-1154451"/>
              <a:ext cx="4062040" cy="2020745"/>
            </a:xfrm>
            <a:prstGeom prst="rect">
              <a:avLst/>
            </a:prstGeom>
            <a:noFill/>
            <a:ln>
              <a:noFill/>
            </a:ln>
          </p:spPr>
        </p:pic>
      </p:grpSp>
      <p:sp>
        <p:nvSpPr>
          <p:cNvPr id="290" name="Google Shape;290;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91" name="Google Shape;291;p24"/>
          <p:cNvSpPr txBox="1"/>
          <p:nvPr>
            <p:ph idx="1" type="subTitle"/>
          </p:nvPr>
        </p:nvSpPr>
        <p:spPr>
          <a:xfrm>
            <a:off x="2045927" y="1986339"/>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solidFill>
                  <a:schemeClr val="dk2"/>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2" name="Google Shape;292;p24"/>
          <p:cNvSpPr txBox="1"/>
          <p:nvPr>
            <p:ph idx="2" type="subTitle"/>
          </p:nvPr>
        </p:nvSpPr>
        <p:spPr>
          <a:xfrm>
            <a:off x="5119848" y="1986339"/>
            <a:ext cx="1978200" cy="665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400">
                <a:solidFill>
                  <a:schemeClr val="dk2"/>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3" name="Google Shape;293;p24"/>
          <p:cNvSpPr txBox="1"/>
          <p:nvPr>
            <p:ph idx="3" type="subTitle"/>
          </p:nvPr>
        </p:nvSpPr>
        <p:spPr>
          <a:xfrm>
            <a:off x="2045927" y="3629214"/>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solidFill>
                  <a:schemeClr val="dk2"/>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4" name="Google Shape;294;p24"/>
          <p:cNvSpPr txBox="1"/>
          <p:nvPr>
            <p:ph idx="4" type="subTitle"/>
          </p:nvPr>
        </p:nvSpPr>
        <p:spPr>
          <a:xfrm>
            <a:off x="5119848" y="3629214"/>
            <a:ext cx="1978200" cy="665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400">
                <a:solidFill>
                  <a:schemeClr val="dk2"/>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5" name="Google Shape;295;p24"/>
          <p:cNvSpPr txBox="1"/>
          <p:nvPr>
            <p:ph idx="5" type="subTitle"/>
          </p:nvPr>
        </p:nvSpPr>
        <p:spPr>
          <a:xfrm>
            <a:off x="2045927" y="1602327"/>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sz="2400">
                <a:solidFill>
                  <a:schemeClr val="dk1"/>
                </a:solidFill>
                <a:latin typeface="Inter Medium"/>
                <a:ea typeface="Inter Medium"/>
                <a:cs typeface="Inter Medium"/>
                <a:sym typeface="Inter Medium"/>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96" name="Google Shape;296;p24"/>
          <p:cNvSpPr txBox="1"/>
          <p:nvPr>
            <p:ph idx="6" type="subTitle"/>
          </p:nvPr>
        </p:nvSpPr>
        <p:spPr>
          <a:xfrm>
            <a:off x="2045927" y="3245302"/>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sz="2400">
                <a:solidFill>
                  <a:schemeClr val="dk1"/>
                </a:solidFill>
                <a:latin typeface="Inter Medium"/>
                <a:ea typeface="Inter Medium"/>
                <a:cs typeface="Inter Medium"/>
                <a:sym typeface="Inter Medium"/>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97" name="Google Shape;297;p24"/>
          <p:cNvSpPr txBox="1"/>
          <p:nvPr>
            <p:ph idx="7" type="subTitle"/>
          </p:nvPr>
        </p:nvSpPr>
        <p:spPr>
          <a:xfrm>
            <a:off x="5119844" y="1602327"/>
            <a:ext cx="1978200" cy="5055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Font typeface="DM Sans"/>
              <a:buNone/>
              <a:defRPr sz="2400">
                <a:solidFill>
                  <a:schemeClr val="dk1"/>
                </a:solidFill>
                <a:latin typeface="Inter Medium"/>
                <a:ea typeface="Inter Medium"/>
                <a:cs typeface="Inter Medium"/>
                <a:sym typeface="Inter Medium"/>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98" name="Google Shape;298;p24"/>
          <p:cNvSpPr txBox="1"/>
          <p:nvPr>
            <p:ph idx="8" type="subTitle"/>
          </p:nvPr>
        </p:nvSpPr>
        <p:spPr>
          <a:xfrm>
            <a:off x="5119844" y="3245302"/>
            <a:ext cx="1978200" cy="5055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Font typeface="DM Sans"/>
              <a:buNone/>
              <a:defRPr sz="2400">
                <a:solidFill>
                  <a:schemeClr val="dk1"/>
                </a:solidFill>
                <a:latin typeface="Inter Medium"/>
                <a:ea typeface="Inter Medium"/>
                <a:cs typeface="Inter Medium"/>
                <a:sym typeface="Inter Medium"/>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99" name="Shape 299"/>
        <p:cNvGrpSpPr/>
        <p:nvPr/>
      </p:nvGrpSpPr>
      <p:grpSpPr>
        <a:xfrm>
          <a:off x="0" y="0"/>
          <a:ext cx="0" cy="0"/>
          <a:chOff x="0" y="0"/>
          <a:chExt cx="0" cy="0"/>
        </a:xfrm>
      </p:grpSpPr>
      <p:pic>
        <p:nvPicPr>
          <p:cNvPr id="300" name="Google Shape;300;p25"/>
          <p:cNvPicPr preferRelativeResize="0"/>
          <p:nvPr/>
        </p:nvPicPr>
        <p:blipFill>
          <a:blip r:embed="rId2">
            <a:alphaModFix/>
          </a:blip>
          <a:stretch>
            <a:fillRect/>
          </a:stretch>
        </p:blipFill>
        <p:spPr>
          <a:xfrm rot="-5400000">
            <a:off x="5711526" y="1445376"/>
            <a:ext cx="7209749" cy="1593300"/>
          </a:xfrm>
          <a:prstGeom prst="rect">
            <a:avLst/>
          </a:prstGeom>
          <a:noFill/>
          <a:ln>
            <a:noFill/>
          </a:ln>
        </p:spPr>
      </p:pic>
      <p:grpSp>
        <p:nvGrpSpPr>
          <p:cNvPr id="301" name="Google Shape;301;p25"/>
          <p:cNvGrpSpPr/>
          <p:nvPr/>
        </p:nvGrpSpPr>
        <p:grpSpPr>
          <a:xfrm>
            <a:off x="-373900" y="1304188"/>
            <a:ext cx="1162225" cy="2979575"/>
            <a:chOff x="-373900" y="1304188"/>
            <a:chExt cx="1162225" cy="2979575"/>
          </a:xfrm>
        </p:grpSpPr>
        <p:sp>
          <p:nvSpPr>
            <p:cNvPr id="302" name="Google Shape;302;p25"/>
            <p:cNvSpPr/>
            <p:nvPr/>
          </p:nvSpPr>
          <p:spPr>
            <a:xfrm>
              <a:off x="104625" y="3063588"/>
              <a:ext cx="683700" cy="683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303" name="Google Shape;303;p25"/>
            <p:cNvSpPr/>
            <p:nvPr/>
          </p:nvSpPr>
          <p:spPr>
            <a:xfrm>
              <a:off x="65675" y="1304188"/>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304" name="Google Shape;304;p25"/>
            <p:cNvSpPr/>
            <p:nvPr/>
          </p:nvSpPr>
          <p:spPr>
            <a:xfrm>
              <a:off x="-373900" y="3600063"/>
              <a:ext cx="683700" cy="683700"/>
            </a:xfrm>
            <a:prstGeom prst="mathPlus">
              <a:avLst>
                <a:gd fmla="val 23520" name="adj1"/>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grpSp>
        <p:nvGrpSpPr>
          <p:cNvPr id="305" name="Google Shape;305;p25"/>
          <p:cNvGrpSpPr/>
          <p:nvPr/>
        </p:nvGrpSpPr>
        <p:grpSpPr>
          <a:xfrm>
            <a:off x="-1189647" y="1817842"/>
            <a:ext cx="1864339" cy="1864339"/>
            <a:chOff x="-1264450" y="1752750"/>
            <a:chExt cx="2284449" cy="2284449"/>
          </a:xfrm>
        </p:grpSpPr>
        <p:pic>
          <p:nvPicPr>
            <p:cNvPr id="306" name="Google Shape;306;p25"/>
            <p:cNvPicPr preferRelativeResize="0"/>
            <p:nvPr/>
          </p:nvPicPr>
          <p:blipFill>
            <a:blip r:embed="rId3">
              <a:alphaModFix/>
            </a:blip>
            <a:stretch>
              <a:fillRect/>
            </a:stretch>
          </p:blipFill>
          <p:spPr>
            <a:xfrm>
              <a:off x="-1264450" y="1752750"/>
              <a:ext cx="2284449" cy="2284449"/>
            </a:xfrm>
            <a:prstGeom prst="rect">
              <a:avLst/>
            </a:prstGeom>
            <a:noFill/>
            <a:ln>
              <a:noFill/>
            </a:ln>
          </p:spPr>
        </p:pic>
        <p:sp>
          <p:nvSpPr>
            <p:cNvPr id="307" name="Google Shape;307;p25"/>
            <p:cNvSpPr/>
            <p:nvPr/>
          </p:nvSpPr>
          <p:spPr>
            <a:xfrm>
              <a:off x="-864726" y="2152474"/>
              <a:ext cx="1485000" cy="14850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sp>
        <p:nvSpPr>
          <p:cNvPr id="308" name="Google Shape;308;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09" name="Google Shape;309;p25"/>
          <p:cNvSpPr txBox="1"/>
          <p:nvPr>
            <p:ph idx="1" type="subTitle"/>
          </p:nvPr>
        </p:nvSpPr>
        <p:spPr>
          <a:xfrm>
            <a:off x="991727" y="1987909"/>
            <a:ext cx="19860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solidFill>
                  <a:schemeClr val="dk2"/>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0" name="Google Shape;310;p25"/>
          <p:cNvSpPr txBox="1"/>
          <p:nvPr>
            <p:ph idx="2" type="subTitle"/>
          </p:nvPr>
        </p:nvSpPr>
        <p:spPr>
          <a:xfrm>
            <a:off x="3579000" y="1987909"/>
            <a:ext cx="19860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solidFill>
                  <a:schemeClr val="dk2"/>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1" name="Google Shape;311;p25"/>
          <p:cNvSpPr txBox="1"/>
          <p:nvPr>
            <p:ph idx="3" type="subTitle"/>
          </p:nvPr>
        </p:nvSpPr>
        <p:spPr>
          <a:xfrm>
            <a:off x="991727" y="3624223"/>
            <a:ext cx="19860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solidFill>
                  <a:schemeClr val="dk2"/>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2" name="Google Shape;312;p25"/>
          <p:cNvSpPr txBox="1"/>
          <p:nvPr>
            <p:ph idx="4" type="subTitle"/>
          </p:nvPr>
        </p:nvSpPr>
        <p:spPr>
          <a:xfrm>
            <a:off x="3579000" y="3624223"/>
            <a:ext cx="19860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solidFill>
                  <a:schemeClr val="dk2"/>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3" name="Google Shape;313;p25"/>
          <p:cNvSpPr txBox="1"/>
          <p:nvPr>
            <p:ph idx="5" type="subTitle"/>
          </p:nvPr>
        </p:nvSpPr>
        <p:spPr>
          <a:xfrm>
            <a:off x="6166273" y="1987909"/>
            <a:ext cx="19860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solidFill>
                  <a:schemeClr val="dk2"/>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4" name="Google Shape;314;p25"/>
          <p:cNvSpPr txBox="1"/>
          <p:nvPr>
            <p:ph idx="6" type="subTitle"/>
          </p:nvPr>
        </p:nvSpPr>
        <p:spPr>
          <a:xfrm>
            <a:off x="6166273" y="3624223"/>
            <a:ext cx="19860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solidFill>
                  <a:schemeClr val="dk2"/>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5" name="Google Shape;315;p25"/>
          <p:cNvSpPr txBox="1"/>
          <p:nvPr>
            <p:ph idx="7" type="subTitle"/>
          </p:nvPr>
        </p:nvSpPr>
        <p:spPr>
          <a:xfrm>
            <a:off x="992627" y="1618400"/>
            <a:ext cx="1984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sz="2400">
                <a:solidFill>
                  <a:schemeClr val="dk1"/>
                </a:solidFill>
                <a:latin typeface="Inter Medium"/>
                <a:ea typeface="Inter Medium"/>
                <a:cs typeface="Inter Medium"/>
                <a:sym typeface="Inter Medium"/>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16" name="Google Shape;316;p25"/>
          <p:cNvSpPr txBox="1"/>
          <p:nvPr>
            <p:ph idx="8" type="subTitle"/>
          </p:nvPr>
        </p:nvSpPr>
        <p:spPr>
          <a:xfrm>
            <a:off x="3579900" y="1618400"/>
            <a:ext cx="1984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sz="2400">
                <a:solidFill>
                  <a:schemeClr val="dk1"/>
                </a:solidFill>
                <a:latin typeface="Inter Medium"/>
                <a:ea typeface="Inter Medium"/>
                <a:cs typeface="Inter Medium"/>
                <a:sym typeface="Inter Medium"/>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17" name="Google Shape;317;p25"/>
          <p:cNvSpPr txBox="1"/>
          <p:nvPr>
            <p:ph idx="9" type="subTitle"/>
          </p:nvPr>
        </p:nvSpPr>
        <p:spPr>
          <a:xfrm>
            <a:off x="6167173" y="1618400"/>
            <a:ext cx="1984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sz="2400">
                <a:solidFill>
                  <a:schemeClr val="dk1"/>
                </a:solidFill>
                <a:latin typeface="Inter Medium"/>
                <a:ea typeface="Inter Medium"/>
                <a:cs typeface="Inter Medium"/>
                <a:sym typeface="Inter Medium"/>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18" name="Google Shape;318;p25"/>
          <p:cNvSpPr txBox="1"/>
          <p:nvPr>
            <p:ph idx="13" type="subTitle"/>
          </p:nvPr>
        </p:nvSpPr>
        <p:spPr>
          <a:xfrm>
            <a:off x="992627" y="3254690"/>
            <a:ext cx="1984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sz="2400">
                <a:solidFill>
                  <a:schemeClr val="dk1"/>
                </a:solidFill>
                <a:latin typeface="Inter Medium"/>
                <a:ea typeface="Inter Medium"/>
                <a:cs typeface="Inter Medium"/>
                <a:sym typeface="Inter Medium"/>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19" name="Google Shape;319;p25"/>
          <p:cNvSpPr txBox="1"/>
          <p:nvPr>
            <p:ph idx="14" type="subTitle"/>
          </p:nvPr>
        </p:nvSpPr>
        <p:spPr>
          <a:xfrm>
            <a:off x="3579900" y="3254690"/>
            <a:ext cx="1984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sz="2400">
                <a:solidFill>
                  <a:schemeClr val="dk1"/>
                </a:solidFill>
                <a:latin typeface="Inter Medium"/>
                <a:ea typeface="Inter Medium"/>
                <a:cs typeface="Inter Medium"/>
                <a:sym typeface="Inter Medium"/>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20" name="Google Shape;320;p25"/>
          <p:cNvSpPr txBox="1"/>
          <p:nvPr>
            <p:ph idx="15" type="subTitle"/>
          </p:nvPr>
        </p:nvSpPr>
        <p:spPr>
          <a:xfrm>
            <a:off x="6167173" y="3254690"/>
            <a:ext cx="1984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sz="2400">
                <a:solidFill>
                  <a:schemeClr val="dk1"/>
                </a:solidFill>
                <a:latin typeface="Inter Medium"/>
                <a:ea typeface="Inter Medium"/>
                <a:cs typeface="Inter Medium"/>
                <a:sym typeface="Inter Medium"/>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321" name="Shape 321"/>
        <p:cNvGrpSpPr/>
        <p:nvPr/>
      </p:nvGrpSpPr>
      <p:grpSpPr>
        <a:xfrm>
          <a:off x="0" y="0"/>
          <a:ext cx="0" cy="0"/>
          <a:chOff x="0" y="0"/>
          <a:chExt cx="0" cy="0"/>
        </a:xfrm>
      </p:grpSpPr>
      <p:pic>
        <p:nvPicPr>
          <p:cNvPr id="322" name="Google Shape;322;p26"/>
          <p:cNvPicPr preferRelativeResize="0"/>
          <p:nvPr/>
        </p:nvPicPr>
        <p:blipFill>
          <a:blip r:embed="rId2">
            <a:alphaModFix/>
          </a:blip>
          <a:stretch>
            <a:fillRect/>
          </a:stretch>
        </p:blipFill>
        <p:spPr>
          <a:xfrm>
            <a:off x="0" y="4499628"/>
            <a:ext cx="9143998" cy="2020744"/>
          </a:xfrm>
          <a:prstGeom prst="rect">
            <a:avLst/>
          </a:prstGeom>
          <a:noFill/>
          <a:ln>
            <a:noFill/>
          </a:ln>
        </p:spPr>
      </p:pic>
      <p:grpSp>
        <p:nvGrpSpPr>
          <p:cNvPr id="323" name="Google Shape;323;p26"/>
          <p:cNvGrpSpPr/>
          <p:nvPr/>
        </p:nvGrpSpPr>
        <p:grpSpPr>
          <a:xfrm>
            <a:off x="-293800" y="-325925"/>
            <a:ext cx="10174963" cy="4391141"/>
            <a:chOff x="-293800" y="-325925"/>
            <a:chExt cx="10174963" cy="4391141"/>
          </a:xfrm>
        </p:grpSpPr>
        <p:grpSp>
          <p:nvGrpSpPr>
            <p:cNvPr id="324" name="Google Shape;324;p26"/>
            <p:cNvGrpSpPr/>
            <p:nvPr/>
          </p:nvGrpSpPr>
          <p:grpSpPr>
            <a:xfrm>
              <a:off x="6894246" y="1078299"/>
              <a:ext cx="2986917" cy="2986917"/>
              <a:chOff x="-1264450" y="1752750"/>
              <a:chExt cx="2284449" cy="2284449"/>
            </a:xfrm>
          </p:grpSpPr>
          <p:pic>
            <p:nvPicPr>
              <p:cNvPr id="325" name="Google Shape;325;p26"/>
              <p:cNvPicPr preferRelativeResize="0"/>
              <p:nvPr/>
            </p:nvPicPr>
            <p:blipFill>
              <a:blip r:embed="rId3">
                <a:alphaModFix/>
              </a:blip>
              <a:stretch>
                <a:fillRect/>
              </a:stretch>
            </p:blipFill>
            <p:spPr>
              <a:xfrm>
                <a:off x="-1264450" y="1752750"/>
                <a:ext cx="2284449" cy="2284449"/>
              </a:xfrm>
              <a:prstGeom prst="rect">
                <a:avLst/>
              </a:prstGeom>
              <a:noFill/>
              <a:ln>
                <a:noFill/>
              </a:ln>
            </p:spPr>
          </p:pic>
          <p:sp>
            <p:nvSpPr>
              <p:cNvPr id="326" name="Google Shape;326;p26"/>
              <p:cNvSpPr/>
              <p:nvPr/>
            </p:nvSpPr>
            <p:spPr>
              <a:xfrm>
                <a:off x="-864726" y="2152474"/>
                <a:ext cx="1485000" cy="14850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sp>
          <p:nvSpPr>
            <p:cNvPr id="327" name="Google Shape;327;p26"/>
            <p:cNvSpPr/>
            <p:nvPr/>
          </p:nvSpPr>
          <p:spPr>
            <a:xfrm>
              <a:off x="-293800" y="-325925"/>
              <a:ext cx="1177800" cy="11778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grpSp>
        <p:nvGrpSpPr>
          <p:cNvPr id="328" name="Google Shape;328;p26"/>
          <p:cNvGrpSpPr/>
          <p:nvPr/>
        </p:nvGrpSpPr>
        <p:grpSpPr>
          <a:xfrm>
            <a:off x="-332975" y="35050"/>
            <a:ext cx="9521450" cy="4910800"/>
            <a:chOff x="-332975" y="35050"/>
            <a:chExt cx="9521450" cy="4910800"/>
          </a:xfrm>
        </p:grpSpPr>
        <p:sp>
          <p:nvSpPr>
            <p:cNvPr id="329" name="Google Shape;329;p26"/>
            <p:cNvSpPr/>
            <p:nvPr/>
          </p:nvSpPr>
          <p:spPr>
            <a:xfrm>
              <a:off x="7217050" y="781325"/>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330" name="Google Shape;330;p26"/>
            <p:cNvSpPr/>
            <p:nvPr/>
          </p:nvSpPr>
          <p:spPr>
            <a:xfrm>
              <a:off x="7821075" y="197650"/>
              <a:ext cx="683700" cy="683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331" name="Google Shape;331;p26"/>
            <p:cNvSpPr/>
            <p:nvPr/>
          </p:nvSpPr>
          <p:spPr>
            <a:xfrm>
              <a:off x="6798875" y="35050"/>
              <a:ext cx="683700" cy="683700"/>
            </a:xfrm>
            <a:prstGeom prst="mathPlus">
              <a:avLst>
                <a:gd fmla="val 23520" name="adj1"/>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332" name="Google Shape;332;p26"/>
            <p:cNvSpPr/>
            <p:nvPr/>
          </p:nvSpPr>
          <p:spPr>
            <a:xfrm>
              <a:off x="8504775" y="4262150"/>
              <a:ext cx="683700" cy="683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333" name="Google Shape;333;p26"/>
            <p:cNvSpPr/>
            <p:nvPr/>
          </p:nvSpPr>
          <p:spPr>
            <a:xfrm>
              <a:off x="92925" y="1332800"/>
              <a:ext cx="683700" cy="683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334" name="Google Shape;334;p26"/>
            <p:cNvSpPr/>
            <p:nvPr/>
          </p:nvSpPr>
          <p:spPr>
            <a:xfrm>
              <a:off x="-332975" y="1996125"/>
              <a:ext cx="683700" cy="683700"/>
            </a:xfrm>
            <a:prstGeom prst="mathPlus">
              <a:avLst>
                <a:gd fmla="val 23520" name="adj1"/>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sp>
        <p:nvSpPr>
          <p:cNvPr id="335" name="Google Shape;335;p26"/>
          <p:cNvSpPr txBox="1"/>
          <p:nvPr>
            <p:ph hasCustomPrompt="1" type="title"/>
          </p:nvPr>
        </p:nvSpPr>
        <p:spPr>
          <a:xfrm>
            <a:off x="955675" y="642339"/>
            <a:ext cx="4203900" cy="768900"/>
          </a:xfrm>
          <a:prstGeom prst="rect">
            <a:avLst/>
          </a:prstGeom>
          <a:noFill/>
        </p:spPr>
        <p:txBody>
          <a:bodyPr anchorCtr="0" anchor="b" bIns="91425" lIns="91425" spcFirstLastPara="1" rIns="91425" wrap="square" tIns="91425">
            <a:noAutofit/>
          </a:bodyPr>
          <a:lstStyle>
            <a:lvl1pPr lvl="0" rtl="0" algn="l">
              <a:spcBef>
                <a:spcPts val="0"/>
              </a:spcBef>
              <a:spcAft>
                <a:spcPts val="0"/>
              </a:spcAft>
              <a:buClr>
                <a:schemeClr val="lt1"/>
              </a:buClr>
              <a:buSzPts val="6000"/>
              <a:buNone/>
              <a:defRPr sz="4500">
                <a:latin typeface="Hind"/>
                <a:ea typeface="Hind"/>
                <a:cs typeface="Hind"/>
                <a:sym typeface="Hind"/>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36" name="Google Shape;336;p26"/>
          <p:cNvSpPr txBox="1"/>
          <p:nvPr>
            <p:ph idx="1" type="subTitle"/>
          </p:nvPr>
        </p:nvSpPr>
        <p:spPr>
          <a:xfrm>
            <a:off x="955675" y="1357839"/>
            <a:ext cx="4203900" cy="401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solidFill>
                  <a:schemeClr val="dk2"/>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337" name="Google Shape;337;p26"/>
          <p:cNvSpPr txBox="1"/>
          <p:nvPr>
            <p:ph hasCustomPrompt="1" idx="2" type="title"/>
          </p:nvPr>
        </p:nvSpPr>
        <p:spPr>
          <a:xfrm>
            <a:off x="1757775" y="1990118"/>
            <a:ext cx="4203900" cy="768900"/>
          </a:xfrm>
          <a:prstGeom prst="rect">
            <a:avLst/>
          </a:prstGeom>
          <a:noFill/>
        </p:spPr>
        <p:txBody>
          <a:bodyPr anchorCtr="0" anchor="b" bIns="91425" lIns="91425" spcFirstLastPara="1" rIns="91425" wrap="square" tIns="91425">
            <a:noAutofit/>
          </a:bodyPr>
          <a:lstStyle>
            <a:lvl1pPr lvl="0" rtl="0" algn="l">
              <a:spcBef>
                <a:spcPts val="0"/>
              </a:spcBef>
              <a:spcAft>
                <a:spcPts val="0"/>
              </a:spcAft>
              <a:buClr>
                <a:schemeClr val="lt1"/>
              </a:buClr>
              <a:buSzPts val="6000"/>
              <a:buNone/>
              <a:defRPr sz="4500">
                <a:latin typeface="Hind"/>
                <a:ea typeface="Hind"/>
                <a:cs typeface="Hind"/>
                <a:sym typeface="Hind"/>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38" name="Google Shape;338;p26"/>
          <p:cNvSpPr txBox="1"/>
          <p:nvPr>
            <p:ph idx="3" type="subTitle"/>
          </p:nvPr>
        </p:nvSpPr>
        <p:spPr>
          <a:xfrm>
            <a:off x="1757775" y="2707708"/>
            <a:ext cx="4203900" cy="401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solidFill>
                  <a:schemeClr val="dk2"/>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339" name="Google Shape;339;p26"/>
          <p:cNvSpPr txBox="1"/>
          <p:nvPr>
            <p:ph hasCustomPrompt="1" idx="4" type="title"/>
          </p:nvPr>
        </p:nvSpPr>
        <p:spPr>
          <a:xfrm>
            <a:off x="2559875" y="3342377"/>
            <a:ext cx="4203900" cy="768900"/>
          </a:xfrm>
          <a:prstGeom prst="rect">
            <a:avLst/>
          </a:prstGeom>
          <a:noFill/>
        </p:spPr>
        <p:txBody>
          <a:bodyPr anchorCtr="0" anchor="b" bIns="91425" lIns="91425" spcFirstLastPara="1" rIns="91425" wrap="square" tIns="91425">
            <a:noAutofit/>
          </a:bodyPr>
          <a:lstStyle>
            <a:lvl1pPr lvl="0" rtl="0" algn="l">
              <a:spcBef>
                <a:spcPts val="0"/>
              </a:spcBef>
              <a:spcAft>
                <a:spcPts val="0"/>
              </a:spcAft>
              <a:buClr>
                <a:schemeClr val="lt1"/>
              </a:buClr>
              <a:buSzPts val="6000"/>
              <a:buNone/>
              <a:defRPr sz="4500">
                <a:latin typeface="Hind"/>
                <a:ea typeface="Hind"/>
                <a:cs typeface="Hind"/>
                <a:sym typeface="Hind"/>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40" name="Google Shape;340;p26"/>
          <p:cNvSpPr txBox="1"/>
          <p:nvPr>
            <p:ph idx="5" type="subTitle"/>
          </p:nvPr>
        </p:nvSpPr>
        <p:spPr>
          <a:xfrm>
            <a:off x="2559875" y="4057586"/>
            <a:ext cx="4203900" cy="401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solidFill>
                  <a:schemeClr val="dk2"/>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341" name="Shape 341"/>
        <p:cNvGrpSpPr/>
        <p:nvPr/>
      </p:nvGrpSpPr>
      <p:grpSpPr>
        <a:xfrm>
          <a:off x="0" y="0"/>
          <a:ext cx="0" cy="0"/>
          <a:chOff x="0" y="0"/>
          <a:chExt cx="0" cy="0"/>
        </a:xfrm>
      </p:grpSpPr>
      <p:sp>
        <p:nvSpPr>
          <p:cNvPr id="342" name="Google Shape;342;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343" name="Google Shape;343;p27"/>
          <p:cNvPicPr preferRelativeResize="0"/>
          <p:nvPr/>
        </p:nvPicPr>
        <p:blipFill>
          <a:blip r:embed="rId2">
            <a:alphaModFix/>
          </a:blip>
          <a:stretch>
            <a:fillRect/>
          </a:stretch>
        </p:blipFill>
        <p:spPr>
          <a:xfrm>
            <a:off x="0" y="4323153"/>
            <a:ext cx="9143998" cy="2020744"/>
          </a:xfrm>
          <a:prstGeom prst="rect">
            <a:avLst/>
          </a:prstGeom>
          <a:noFill/>
          <a:ln>
            <a:noFill/>
          </a:ln>
        </p:spPr>
      </p:pic>
      <p:grpSp>
        <p:nvGrpSpPr>
          <p:cNvPr id="344" name="Google Shape;344;p27"/>
          <p:cNvGrpSpPr/>
          <p:nvPr/>
        </p:nvGrpSpPr>
        <p:grpSpPr>
          <a:xfrm>
            <a:off x="-512175" y="285263"/>
            <a:ext cx="10168350" cy="1599000"/>
            <a:chOff x="-512175" y="285263"/>
            <a:chExt cx="10168350" cy="1599000"/>
          </a:xfrm>
        </p:grpSpPr>
        <p:sp>
          <p:nvSpPr>
            <p:cNvPr id="345" name="Google Shape;345;p27"/>
            <p:cNvSpPr/>
            <p:nvPr/>
          </p:nvSpPr>
          <p:spPr>
            <a:xfrm>
              <a:off x="-512175" y="285263"/>
              <a:ext cx="892200" cy="8922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346" name="Google Shape;346;p27"/>
            <p:cNvSpPr/>
            <p:nvPr/>
          </p:nvSpPr>
          <p:spPr>
            <a:xfrm>
              <a:off x="8763975" y="992063"/>
              <a:ext cx="892200" cy="8922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grpSp>
        <p:nvGrpSpPr>
          <p:cNvPr id="347" name="Google Shape;347;p27"/>
          <p:cNvGrpSpPr/>
          <p:nvPr/>
        </p:nvGrpSpPr>
        <p:grpSpPr>
          <a:xfrm>
            <a:off x="-30900" y="-238675"/>
            <a:ext cx="9038275" cy="2280175"/>
            <a:chOff x="-30900" y="-238675"/>
            <a:chExt cx="9038275" cy="2280175"/>
          </a:xfrm>
        </p:grpSpPr>
        <p:sp>
          <p:nvSpPr>
            <p:cNvPr id="348" name="Google Shape;348;p27"/>
            <p:cNvSpPr/>
            <p:nvPr/>
          </p:nvSpPr>
          <p:spPr>
            <a:xfrm>
              <a:off x="371375" y="-186675"/>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349" name="Google Shape;349;p27"/>
            <p:cNvSpPr/>
            <p:nvPr/>
          </p:nvSpPr>
          <p:spPr>
            <a:xfrm>
              <a:off x="-30900" y="1357800"/>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350" name="Google Shape;350;p27"/>
            <p:cNvSpPr/>
            <p:nvPr/>
          </p:nvSpPr>
          <p:spPr>
            <a:xfrm>
              <a:off x="8323675" y="334025"/>
              <a:ext cx="683700" cy="683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351" name="Google Shape;351;p27"/>
            <p:cNvSpPr/>
            <p:nvPr/>
          </p:nvSpPr>
          <p:spPr>
            <a:xfrm>
              <a:off x="7411350" y="-238675"/>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352" name="Shape 352"/>
        <p:cNvGrpSpPr/>
        <p:nvPr/>
      </p:nvGrpSpPr>
      <p:grpSpPr>
        <a:xfrm>
          <a:off x="0" y="0"/>
          <a:ext cx="0" cy="0"/>
          <a:chOff x="0" y="0"/>
          <a:chExt cx="0" cy="0"/>
        </a:xfrm>
      </p:grpSpPr>
      <p:grpSp>
        <p:nvGrpSpPr>
          <p:cNvPr id="353" name="Google Shape;353;p28"/>
          <p:cNvGrpSpPr/>
          <p:nvPr/>
        </p:nvGrpSpPr>
        <p:grpSpPr>
          <a:xfrm flipH="1" rot="10800000">
            <a:off x="-1671474" y="-1949076"/>
            <a:ext cx="12451550" cy="8558752"/>
            <a:chOff x="-1671474" y="-1949076"/>
            <a:chExt cx="12451550" cy="8558752"/>
          </a:xfrm>
        </p:grpSpPr>
        <p:pic>
          <p:nvPicPr>
            <p:cNvPr id="354" name="Google Shape;354;p28"/>
            <p:cNvPicPr preferRelativeResize="0"/>
            <p:nvPr/>
          </p:nvPicPr>
          <p:blipFill rotWithShape="1">
            <a:blip r:embed="rId2">
              <a:alphaModFix/>
            </a:blip>
            <a:srcRect b="0" l="26089" r="36747" t="0"/>
            <a:stretch/>
          </p:blipFill>
          <p:spPr>
            <a:xfrm flipH="1" rot="1555744">
              <a:off x="-1400719" y="3947688"/>
              <a:ext cx="3398216" cy="2020747"/>
            </a:xfrm>
            <a:prstGeom prst="rect">
              <a:avLst/>
            </a:prstGeom>
            <a:noFill/>
            <a:ln>
              <a:noFill/>
            </a:ln>
          </p:spPr>
        </p:pic>
        <p:pic>
          <p:nvPicPr>
            <p:cNvPr id="355" name="Google Shape;355;p28"/>
            <p:cNvPicPr preferRelativeResize="0"/>
            <p:nvPr/>
          </p:nvPicPr>
          <p:blipFill rotWithShape="1">
            <a:blip r:embed="rId3">
              <a:alphaModFix/>
            </a:blip>
            <a:srcRect b="0" l="-90" r="47436" t="0"/>
            <a:stretch/>
          </p:blipFill>
          <p:spPr>
            <a:xfrm flipH="1" rot="-8252485">
              <a:off x="6891216" y="-968309"/>
              <a:ext cx="3690717" cy="2020740"/>
            </a:xfrm>
            <a:prstGeom prst="rect">
              <a:avLst/>
            </a:prstGeom>
            <a:noFill/>
            <a:ln>
              <a:noFill/>
            </a:ln>
          </p:spPr>
        </p:pic>
      </p:grpSp>
      <p:sp>
        <p:nvSpPr>
          <p:cNvPr id="356" name="Google Shape;356;p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357" name="Shape 357"/>
        <p:cNvGrpSpPr/>
        <p:nvPr/>
      </p:nvGrpSpPr>
      <p:grpSpPr>
        <a:xfrm>
          <a:off x="0" y="0"/>
          <a:ext cx="0" cy="0"/>
          <a:chOff x="0" y="0"/>
          <a:chExt cx="0" cy="0"/>
        </a:xfrm>
      </p:grpSpPr>
      <p:pic>
        <p:nvPicPr>
          <p:cNvPr id="358" name="Google Shape;358;p29"/>
          <p:cNvPicPr preferRelativeResize="0"/>
          <p:nvPr/>
        </p:nvPicPr>
        <p:blipFill>
          <a:blip r:embed="rId2">
            <a:alphaModFix/>
          </a:blip>
          <a:stretch>
            <a:fillRect/>
          </a:stretch>
        </p:blipFill>
        <p:spPr>
          <a:xfrm>
            <a:off x="-3387" y="4351728"/>
            <a:ext cx="9143998" cy="2020744"/>
          </a:xfrm>
          <a:prstGeom prst="rect">
            <a:avLst/>
          </a:prstGeom>
          <a:noFill/>
          <a:ln>
            <a:noFill/>
          </a:ln>
        </p:spPr>
      </p:pic>
      <p:grpSp>
        <p:nvGrpSpPr>
          <p:cNvPr id="359" name="Google Shape;359;p29"/>
          <p:cNvGrpSpPr/>
          <p:nvPr/>
        </p:nvGrpSpPr>
        <p:grpSpPr>
          <a:xfrm>
            <a:off x="1183900" y="-570262"/>
            <a:ext cx="8983512" cy="6143487"/>
            <a:chOff x="1183900" y="-570262"/>
            <a:chExt cx="8983512" cy="6143487"/>
          </a:xfrm>
        </p:grpSpPr>
        <p:grpSp>
          <p:nvGrpSpPr>
            <p:cNvPr id="360" name="Google Shape;360;p29"/>
            <p:cNvGrpSpPr/>
            <p:nvPr/>
          </p:nvGrpSpPr>
          <p:grpSpPr>
            <a:xfrm>
              <a:off x="8510729" y="-570262"/>
              <a:ext cx="1656682" cy="1656682"/>
              <a:chOff x="-1264450" y="1752750"/>
              <a:chExt cx="2284449" cy="2284449"/>
            </a:xfrm>
          </p:grpSpPr>
          <p:pic>
            <p:nvPicPr>
              <p:cNvPr id="361" name="Google Shape;361;p29"/>
              <p:cNvPicPr preferRelativeResize="0"/>
              <p:nvPr/>
            </p:nvPicPr>
            <p:blipFill>
              <a:blip r:embed="rId3">
                <a:alphaModFix/>
              </a:blip>
              <a:stretch>
                <a:fillRect/>
              </a:stretch>
            </p:blipFill>
            <p:spPr>
              <a:xfrm>
                <a:off x="-1264450" y="1752750"/>
                <a:ext cx="2284449" cy="2284449"/>
              </a:xfrm>
              <a:prstGeom prst="rect">
                <a:avLst/>
              </a:prstGeom>
              <a:noFill/>
              <a:ln>
                <a:noFill/>
              </a:ln>
            </p:spPr>
          </p:pic>
          <p:sp>
            <p:nvSpPr>
              <p:cNvPr id="362" name="Google Shape;362;p29"/>
              <p:cNvSpPr/>
              <p:nvPr/>
            </p:nvSpPr>
            <p:spPr>
              <a:xfrm>
                <a:off x="-864726" y="2152474"/>
                <a:ext cx="1485000" cy="14850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sp>
          <p:nvSpPr>
            <p:cNvPr id="363" name="Google Shape;363;p29"/>
            <p:cNvSpPr/>
            <p:nvPr/>
          </p:nvSpPr>
          <p:spPr>
            <a:xfrm>
              <a:off x="1183900" y="4746725"/>
              <a:ext cx="826500" cy="8265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grpSp>
        <p:nvGrpSpPr>
          <p:cNvPr id="364" name="Google Shape;364;p29"/>
          <p:cNvGrpSpPr/>
          <p:nvPr/>
        </p:nvGrpSpPr>
        <p:grpSpPr>
          <a:xfrm>
            <a:off x="-192025" y="-204600"/>
            <a:ext cx="1682250" cy="3184025"/>
            <a:chOff x="-192025" y="-204600"/>
            <a:chExt cx="1682250" cy="3184025"/>
          </a:xfrm>
        </p:grpSpPr>
        <p:sp>
          <p:nvSpPr>
            <p:cNvPr id="365" name="Google Shape;365;p29"/>
            <p:cNvSpPr/>
            <p:nvPr/>
          </p:nvSpPr>
          <p:spPr>
            <a:xfrm>
              <a:off x="-192025" y="2295725"/>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366" name="Google Shape;366;p29"/>
            <p:cNvSpPr/>
            <p:nvPr/>
          </p:nvSpPr>
          <p:spPr>
            <a:xfrm>
              <a:off x="806525" y="-204600"/>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367" name="Google Shape;367;p29"/>
            <p:cNvSpPr/>
            <p:nvPr/>
          </p:nvSpPr>
          <p:spPr>
            <a:xfrm>
              <a:off x="36300" y="125950"/>
              <a:ext cx="683700" cy="683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368" name="Google Shape;368;p29"/>
            <p:cNvSpPr/>
            <p:nvPr/>
          </p:nvSpPr>
          <p:spPr>
            <a:xfrm>
              <a:off x="-157975" y="1049625"/>
              <a:ext cx="615600" cy="6156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sp>
        <p:nvSpPr>
          <p:cNvPr id="369" name="Google Shape;369;p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0_1_1_1">
    <p:spTree>
      <p:nvGrpSpPr>
        <p:cNvPr id="370" name="Shape 370"/>
        <p:cNvGrpSpPr/>
        <p:nvPr/>
      </p:nvGrpSpPr>
      <p:grpSpPr>
        <a:xfrm>
          <a:off x="0" y="0"/>
          <a:ext cx="0" cy="0"/>
          <a:chOff x="0" y="0"/>
          <a:chExt cx="0" cy="0"/>
        </a:xfrm>
      </p:grpSpPr>
      <p:pic>
        <p:nvPicPr>
          <p:cNvPr id="371" name="Google Shape;371;p30"/>
          <p:cNvPicPr preferRelativeResize="0"/>
          <p:nvPr/>
        </p:nvPicPr>
        <p:blipFill rotWithShape="1">
          <a:blip r:embed="rId2">
            <a:alphaModFix/>
          </a:blip>
          <a:srcRect b="48718" l="38057" r="0" t="0"/>
          <a:stretch/>
        </p:blipFill>
        <p:spPr>
          <a:xfrm rot="5400000">
            <a:off x="-2474163" y="2104325"/>
            <a:ext cx="5664002" cy="1036275"/>
          </a:xfrm>
          <a:prstGeom prst="rect">
            <a:avLst/>
          </a:prstGeom>
          <a:noFill/>
          <a:ln>
            <a:noFill/>
          </a:ln>
        </p:spPr>
      </p:pic>
      <p:sp>
        <p:nvSpPr>
          <p:cNvPr id="372" name="Google Shape;372;p30"/>
          <p:cNvSpPr/>
          <p:nvPr/>
        </p:nvSpPr>
        <p:spPr>
          <a:xfrm>
            <a:off x="8830000" y="3493650"/>
            <a:ext cx="1033200" cy="10332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nvGrpSpPr>
          <p:cNvPr id="373" name="Google Shape;373;p30"/>
          <p:cNvGrpSpPr/>
          <p:nvPr/>
        </p:nvGrpSpPr>
        <p:grpSpPr>
          <a:xfrm>
            <a:off x="7819950" y="-292150"/>
            <a:ext cx="1593250" cy="1827500"/>
            <a:chOff x="7819950" y="-292150"/>
            <a:chExt cx="1593250" cy="1827500"/>
          </a:xfrm>
        </p:grpSpPr>
        <p:sp>
          <p:nvSpPr>
            <p:cNvPr id="374" name="Google Shape;374;p30"/>
            <p:cNvSpPr/>
            <p:nvPr/>
          </p:nvSpPr>
          <p:spPr>
            <a:xfrm>
              <a:off x="8503650" y="101250"/>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375" name="Google Shape;375;p30"/>
            <p:cNvSpPr/>
            <p:nvPr/>
          </p:nvSpPr>
          <p:spPr>
            <a:xfrm>
              <a:off x="8729500" y="851650"/>
              <a:ext cx="683700" cy="683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376" name="Google Shape;376;p30"/>
            <p:cNvSpPr/>
            <p:nvPr/>
          </p:nvSpPr>
          <p:spPr>
            <a:xfrm>
              <a:off x="7819950" y="-292150"/>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sp>
        <p:nvSpPr>
          <p:cNvPr id="377" name="Google Shape;377;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CUSTOM_10_1_1_1_1">
    <p:spTree>
      <p:nvGrpSpPr>
        <p:cNvPr id="378" name="Shape 378"/>
        <p:cNvGrpSpPr/>
        <p:nvPr/>
      </p:nvGrpSpPr>
      <p:grpSpPr>
        <a:xfrm>
          <a:off x="0" y="0"/>
          <a:ext cx="0" cy="0"/>
          <a:chOff x="0" y="0"/>
          <a:chExt cx="0" cy="0"/>
        </a:xfrm>
      </p:grpSpPr>
      <p:sp>
        <p:nvSpPr>
          <p:cNvPr id="379" name="Google Shape;379;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380" name="Google Shape;380;p31"/>
          <p:cNvGrpSpPr/>
          <p:nvPr/>
        </p:nvGrpSpPr>
        <p:grpSpPr>
          <a:xfrm>
            <a:off x="-1671474" y="-1949076"/>
            <a:ext cx="12451550" cy="8558752"/>
            <a:chOff x="-1671474" y="-1949076"/>
            <a:chExt cx="12451550" cy="8558752"/>
          </a:xfrm>
        </p:grpSpPr>
        <p:pic>
          <p:nvPicPr>
            <p:cNvPr id="381" name="Google Shape;381;p31"/>
            <p:cNvPicPr preferRelativeResize="0"/>
            <p:nvPr/>
          </p:nvPicPr>
          <p:blipFill rotWithShape="1">
            <a:blip r:embed="rId2">
              <a:alphaModFix/>
            </a:blip>
            <a:srcRect b="0" l="-90" r="47436" t="0"/>
            <a:stretch/>
          </p:blipFill>
          <p:spPr>
            <a:xfrm flipH="1" rot="2547515">
              <a:off x="-1473332" y="3608169"/>
              <a:ext cx="3690717" cy="2020740"/>
            </a:xfrm>
            <a:prstGeom prst="rect">
              <a:avLst/>
            </a:prstGeom>
            <a:noFill/>
            <a:ln>
              <a:noFill/>
            </a:ln>
          </p:spPr>
        </p:pic>
        <p:pic>
          <p:nvPicPr>
            <p:cNvPr id="382" name="Google Shape;382;p31"/>
            <p:cNvPicPr preferRelativeResize="0"/>
            <p:nvPr/>
          </p:nvPicPr>
          <p:blipFill rotWithShape="1">
            <a:blip r:embed="rId3">
              <a:alphaModFix/>
            </a:blip>
            <a:srcRect b="0" l="26089" r="36747" t="0"/>
            <a:stretch/>
          </p:blipFill>
          <p:spPr>
            <a:xfrm flipH="1" rot="-9244256">
              <a:off x="7111105" y="-1307835"/>
              <a:ext cx="3398216" cy="2020747"/>
            </a:xfrm>
            <a:prstGeom prst="rect">
              <a:avLst/>
            </a:prstGeom>
            <a:noFill/>
            <a:ln>
              <a:noFill/>
            </a:ln>
          </p:spPr>
        </p:pic>
      </p:grpSp>
      <p:grpSp>
        <p:nvGrpSpPr>
          <p:cNvPr id="383" name="Google Shape;383;p31"/>
          <p:cNvGrpSpPr/>
          <p:nvPr/>
        </p:nvGrpSpPr>
        <p:grpSpPr>
          <a:xfrm>
            <a:off x="0" y="-238675"/>
            <a:ext cx="9281475" cy="5517413"/>
            <a:chOff x="0" y="-238675"/>
            <a:chExt cx="9281475" cy="5517413"/>
          </a:xfrm>
        </p:grpSpPr>
        <p:grpSp>
          <p:nvGrpSpPr>
            <p:cNvPr id="384" name="Google Shape;384;p31"/>
            <p:cNvGrpSpPr/>
            <p:nvPr/>
          </p:nvGrpSpPr>
          <p:grpSpPr>
            <a:xfrm>
              <a:off x="0" y="-238675"/>
              <a:ext cx="1403700" cy="1940100"/>
              <a:chOff x="0" y="-238675"/>
              <a:chExt cx="1403700" cy="1940100"/>
            </a:xfrm>
          </p:grpSpPr>
          <p:sp>
            <p:nvSpPr>
              <p:cNvPr id="385" name="Google Shape;385;p31"/>
              <p:cNvSpPr/>
              <p:nvPr/>
            </p:nvSpPr>
            <p:spPr>
              <a:xfrm>
                <a:off x="0" y="31250"/>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386" name="Google Shape;386;p31"/>
              <p:cNvSpPr/>
              <p:nvPr/>
            </p:nvSpPr>
            <p:spPr>
              <a:xfrm>
                <a:off x="0" y="1017725"/>
                <a:ext cx="683700" cy="683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387" name="Google Shape;387;p31"/>
              <p:cNvSpPr/>
              <p:nvPr/>
            </p:nvSpPr>
            <p:spPr>
              <a:xfrm>
                <a:off x="720000" y="-238675"/>
                <a:ext cx="683700" cy="683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grpSp>
          <p:nvGrpSpPr>
            <p:cNvPr id="388" name="Google Shape;388;p31"/>
            <p:cNvGrpSpPr/>
            <p:nvPr/>
          </p:nvGrpSpPr>
          <p:grpSpPr>
            <a:xfrm rot="10800000">
              <a:off x="7572225" y="3352463"/>
              <a:ext cx="1709250" cy="1926275"/>
              <a:chOff x="-133775" y="-338475"/>
              <a:chExt cx="1709250" cy="1926275"/>
            </a:xfrm>
          </p:grpSpPr>
          <p:sp>
            <p:nvSpPr>
              <p:cNvPr id="389" name="Google Shape;389;p31"/>
              <p:cNvSpPr/>
              <p:nvPr/>
            </p:nvSpPr>
            <p:spPr>
              <a:xfrm>
                <a:off x="30175" y="0"/>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390" name="Google Shape;390;p31"/>
              <p:cNvSpPr/>
              <p:nvPr/>
            </p:nvSpPr>
            <p:spPr>
              <a:xfrm>
                <a:off x="-133775" y="904100"/>
                <a:ext cx="683700" cy="683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391" name="Google Shape;391;p31"/>
              <p:cNvSpPr/>
              <p:nvPr/>
            </p:nvSpPr>
            <p:spPr>
              <a:xfrm>
                <a:off x="891775" y="-338475"/>
                <a:ext cx="683700" cy="683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92" name="Shape 392"/>
        <p:cNvGrpSpPr/>
        <p:nvPr/>
      </p:nvGrpSpPr>
      <p:grpSpPr>
        <a:xfrm>
          <a:off x="0" y="0"/>
          <a:ext cx="0" cy="0"/>
          <a:chOff x="0" y="0"/>
          <a:chExt cx="0" cy="0"/>
        </a:xfrm>
      </p:grpSpPr>
      <p:grpSp>
        <p:nvGrpSpPr>
          <p:cNvPr id="393" name="Google Shape;393;p32"/>
          <p:cNvGrpSpPr/>
          <p:nvPr/>
        </p:nvGrpSpPr>
        <p:grpSpPr>
          <a:xfrm>
            <a:off x="-8348" y="-1271075"/>
            <a:ext cx="10020724" cy="6692165"/>
            <a:chOff x="-8348" y="-1271075"/>
            <a:chExt cx="10020724" cy="6692165"/>
          </a:xfrm>
        </p:grpSpPr>
        <p:pic>
          <p:nvPicPr>
            <p:cNvPr id="394" name="Google Shape;394;p32"/>
            <p:cNvPicPr preferRelativeResize="0"/>
            <p:nvPr/>
          </p:nvPicPr>
          <p:blipFill rotWithShape="1">
            <a:blip r:embed="rId2">
              <a:alphaModFix/>
            </a:blip>
            <a:srcRect b="55776" l="0" r="0" t="0"/>
            <a:stretch/>
          </p:blipFill>
          <p:spPr>
            <a:xfrm>
              <a:off x="3475" y="4527414"/>
              <a:ext cx="9143998" cy="893675"/>
            </a:xfrm>
            <a:prstGeom prst="rect">
              <a:avLst/>
            </a:prstGeom>
            <a:noFill/>
            <a:ln>
              <a:noFill/>
            </a:ln>
          </p:spPr>
        </p:pic>
        <p:pic>
          <p:nvPicPr>
            <p:cNvPr id="395" name="Google Shape;395;p32"/>
            <p:cNvPicPr preferRelativeResize="0"/>
            <p:nvPr/>
          </p:nvPicPr>
          <p:blipFill>
            <a:blip r:embed="rId3">
              <a:alphaModFix/>
            </a:blip>
            <a:stretch>
              <a:fillRect/>
            </a:stretch>
          </p:blipFill>
          <p:spPr>
            <a:xfrm rot="10800000">
              <a:off x="-8348" y="-1271075"/>
              <a:ext cx="10020724" cy="2020750"/>
            </a:xfrm>
            <a:prstGeom prst="rect">
              <a:avLst/>
            </a:prstGeom>
            <a:noFill/>
            <a:ln>
              <a:noFill/>
            </a:ln>
          </p:spPr>
        </p:pic>
      </p:grpSp>
      <p:sp>
        <p:nvSpPr>
          <p:cNvPr id="396" name="Google Shape;396;p32"/>
          <p:cNvSpPr txBox="1"/>
          <p:nvPr>
            <p:ph type="title"/>
          </p:nvPr>
        </p:nvSpPr>
        <p:spPr>
          <a:xfrm>
            <a:off x="2347938" y="766388"/>
            <a:ext cx="4448100" cy="1058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5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97" name="Google Shape;397;p32"/>
          <p:cNvSpPr txBox="1"/>
          <p:nvPr>
            <p:ph idx="1" type="subTitle"/>
          </p:nvPr>
        </p:nvSpPr>
        <p:spPr>
          <a:xfrm>
            <a:off x="2347950" y="1698174"/>
            <a:ext cx="4448100" cy="1176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98" name="Google Shape;398;p32"/>
          <p:cNvSpPr txBox="1"/>
          <p:nvPr/>
        </p:nvSpPr>
        <p:spPr>
          <a:xfrm>
            <a:off x="2275975" y="3687150"/>
            <a:ext cx="45921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lang="en" sz="1200">
                <a:solidFill>
                  <a:schemeClr val="dk2"/>
                </a:solidFill>
                <a:latin typeface="Hind"/>
                <a:ea typeface="Hind"/>
                <a:cs typeface="Hind"/>
                <a:sym typeface="Hind"/>
              </a:rPr>
              <a:t>CREDITS: This presentation template was created by </a:t>
            </a:r>
            <a:r>
              <a:rPr b="1" lang="en" sz="1200" u="sng">
                <a:solidFill>
                  <a:schemeClr val="dk2"/>
                </a:solidFill>
                <a:latin typeface="Hind"/>
                <a:ea typeface="Hind"/>
                <a:cs typeface="Hind"/>
                <a:sym typeface="Hind"/>
                <a:hlinkClick r:id="rId4">
                  <a:extLst>
                    <a:ext uri="{A12FA001-AC4F-418D-AE19-62706E023703}">
                      <ahyp:hlinkClr val="tx"/>
                    </a:ext>
                  </a:extLst>
                </a:hlinkClick>
              </a:rPr>
              <a:t>Slidesgo</a:t>
            </a:r>
            <a:r>
              <a:rPr b="1" lang="en" sz="1200">
                <a:solidFill>
                  <a:schemeClr val="dk2"/>
                </a:solidFill>
                <a:latin typeface="Hind"/>
                <a:ea typeface="Hind"/>
                <a:cs typeface="Hind"/>
                <a:sym typeface="Hind"/>
              </a:rPr>
              <a:t>,</a:t>
            </a:r>
            <a:r>
              <a:rPr lang="en" sz="1200">
                <a:solidFill>
                  <a:schemeClr val="dk2"/>
                </a:solidFill>
                <a:latin typeface="Hind"/>
                <a:ea typeface="Hind"/>
                <a:cs typeface="Hind"/>
                <a:sym typeface="Hind"/>
              </a:rPr>
              <a:t> and includes icons by </a:t>
            </a:r>
            <a:r>
              <a:rPr b="1" lang="en" sz="1200" u="sng">
                <a:solidFill>
                  <a:schemeClr val="dk2"/>
                </a:solidFill>
                <a:latin typeface="Hind"/>
                <a:ea typeface="Hind"/>
                <a:cs typeface="Hind"/>
                <a:sym typeface="Hind"/>
                <a:hlinkClick r:id="rId5">
                  <a:extLst>
                    <a:ext uri="{A12FA001-AC4F-418D-AE19-62706E023703}">
                      <ahyp:hlinkClr val="tx"/>
                    </a:ext>
                  </a:extLst>
                </a:hlinkClick>
              </a:rPr>
              <a:t>Flaticon</a:t>
            </a:r>
            <a:r>
              <a:rPr b="1" lang="en" sz="1200">
                <a:solidFill>
                  <a:schemeClr val="dk2"/>
                </a:solidFill>
                <a:latin typeface="Hind"/>
                <a:ea typeface="Hind"/>
                <a:cs typeface="Hind"/>
                <a:sym typeface="Hind"/>
              </a:rPr>
              <a:t>,</a:t>
            </a:r>
            <a:r>
              <a:rPr lang="en" sz="1200">
                <a:solidFill>
                  <a:schemeClr val="dk2"/>
                </a:solidFill>
                <a:latin typeface="Hind"/>
                <a:ea typeface="Hind"/>
                <a:cs typeface="Hind"/>
                <a:sym typeface="Hind"/>
              </a:rPr>
              <a:t> and infographics &amp; images by </a:t>
            </a:r>
            <a:r>
              <a:rPr b="1" lang="en" sz="1200" u="sng">
                <a:solidFill>
                  <a:schemeClr val="dk2"/>
                </a:solidFill>
                <a:latin typeface="Hind"/>
                <a:ea typeface="Hind"/>
                <a:cs typeface="Hind"/>
                <a:sym typeface="Hind"/>
                <a:hlinkClick r:id="rId6">
                  <a:extLst>
                    <a:ext uri="{A12FA001-AC4F-418D-AE19-62706E023703}">
                      <ahyp:hlinkClr val="tx"/>
                    </a:ext>
                  </a:extLst>
                </a:hlinkClick>
              </a:rPr>
              <a:t>Freepik</a:t>
            </a:r>
            <a:r>
              <a:rPr lang="en" sz="1200" u="sng">
                <a:solidFill>
                  <a:schemeClr val="dk2"/>
                </a:solidFill>
                <a:latin typeface="Hind"/>
                <a:ea typeface="Hind"/>
                <a:cs typeface="Hind"/>
                <a:sym typeface="Hind"/>
              </a:rPr>
              <a:t> </a:t>
            </a:r>
            <a:endParaRPr sz="1200" u="sng">
              <a:solidFill>
                <a:schemeClr val="dk2"/>
              </a:solidFill>
              <a:latin typeface="Hind"/>
              <a:ea typeface="Hind"/>
              <a:cs typeface="Hind"/>
              <a:sym typeface="Hind"/>
            </a:endParaRPr>
          </a:p>
        </p:txBody>
      </p:sp>
      <p:grpSp>
        <p:nvGrpSpPr>
          <p:cNvPr id="399" name="Google Shape;399;p32"/>
          <p:cNvGrpSpPr/>
          <p:nvPr/>
        </p:nvGrpSpPr>
        <p:grpSpPr>
          <a:xfrm>
            <a:off x="96925" y="-184950"/>
            <a:ext cx="9139200" cy="5255450"/>
            <a:chOff x="96925" y="-184950"/>
            <a:chExt cx="9139200" cy="5255450"/>
          </a:xfrm>
        </p:grpSpPr>
        <p:sp>
          <p:nvSpPr>
            <p:cNvPr id="400" name="Google Shape;400;p32"/>
            <p:cNvSpPr/>
            <p:nvPr/>
          </p:nvSpPr>
          <p:spPr>
            <a:xfrm>
              <a:off x="96925" y="3659900"/>
              <a:ext cx="683700" cy="683700"/>
            </a:xfrm>
            <a:prstGeom prst="mathPlus">
              <a:avLst>
                <a:gd fmla="val 23520" name="adj1"/>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401" name="Google Shape;401;p32"/>
            <p:cNvSpPr/>
            <p:nvPr/>
          </p:nvSpPr>
          <p:spPr>
            <a:xfrm>
              <a:off x="230600" y="4386800"/>
              <a:ext cx="683700" cy="683700"/>
            </a:xfrm>
            <a:prstGeom prst="mathPlus">
              <a:avLst>
                <a:gd fmla="val 23520" name="adj1"/>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402" name="Google Shape;402;p32"/>
            <p:cNvSpPr/>
            <p:nvPr/>
          </p:nvSpPr>
          <p:spPr>
            <a:xfrm>
              <a:off x="7992600" y="-184950"/>
              <a:ext cx="683700" cy="683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403" name="Google Shape;403;p32"/>
            <p:cNvSpPr/>
            <p:nvPr/>
          </p:nvSpPr>
          <p:spPr>
            <a:xfrm>
              <a:off x="8552425" y="699550"/>
              <a:ext cx="683700" cy="683700"/>
            </a:xfrm>
            <a:prstGeom prst="mathPlus">
              <a:avLst>
                <a:gd fmla="val 23520" name="adj1"/>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grpSp>
        <p:nvGrpSpPr>
          <p:cNvPr id="404" name="Google Shape;404;p32"/>
          <p:cNvGrpSpPr/>
          <p:nvPr/>
        </p:nvGrpSpPr>
        <p:grpSpPr>
          <a:xfrm>
            <a:off x="713225" y="174588"/>
            <a:ext cx="9250574" cy="4118855"/>
            <a:chOff x="713225" y="174588"/>
            <a:chExt cx="9250574" cy="4118855"/>
          </a:xfrm>
        </p:grpSpPr>
        <p:sp>
          <p:nvSpPr>
            <p:cNvPr id="405" name="Google Shape;405;p32"/>
            <p:cNvSpPr/>
            <p:nvPr/>
          </p:nvSpPr>
          <p:spPr>
            <a:xfrm>
              <a:off x="713225" y="174588"/>
              <a:ext cx="892200" cy="8922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nvGrpSpPr>
            <p:cNvPr id="406" name="Google Shape;406;p32"/>
            <p:cNvGrpSpPr/>
            <p:nvPr/>
          </p:nvGrpSpPr>
          <p:grpSpPr>
            <a:xfrm>
              <a:off x="8239040" y="2568684"/>
              <a:ext cx="1724759" cy="1724759"/>
              <a:chOff x="-1264450" y="1752750"/>
              <a:chExt cx="2284449" cy="2284449"/>
            </a:xfrm>
          </p:grpSpPr>
          <p:pic>
            <p:nvPicPr>
              <p:cNvPr id="407" name="Google Shape;407;p32"/>
              <p:cNvPicPr preferRelativeResize="0"/>
              <p:nvPr/>
            </p:nvPicPr>
            <p:blipFill>
              <a:blip r:embed="rId7">
                <a:alphaModFix/>
              </a:blip>
              <a:stretch>
                <a:fillRect/>
              </a:stretch>
            </p:blipFill>
            <p:spPr>
              <a:xfrm>
                <a:off x="-1264450" y="1752750"/>
                <a:ext cx="2284449" cy="2284449"/>
              </a:xfrm>
              <a:prstGeom prst="rect">
                <a:avLst/>
              </a:prstGeom>
              <a:noFill/>
              <a:ln>
                <a:noFill/>
              </a:ln>
            </p:spPr>
          </p:pic>
          <p:sp>
            <p:nvSpPr>
              <p:cNvPr id="408" name="Google Shape;408;p32"/>
              <p:cNvSpPr/>
              <p:nvPr/>
            </p:nvSpPr>
            <p:spPr>
              <a:xfrm>
                <a:off x="-864726" y="2152474"/>
                <a:ext cx="1485000" cy="14850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409" name="Shape 409"/>
        <p:cNvGrpSpPr/>
        <p:nvPr/>
      </p:nvGrpSpPr>
      <p:grpSpPr>
        <a:xfrm>
          <a:off x="0" y="0"/>
          <a:ext cx="0" cy="0"/>
          <a:chOff x="0" y="0"/>
          <a:chExt cx="0" cy="0"/>
        </a:xfrm>
      </p:grpSpPr>
      <p:grpSp>
        <p:nvGrpSpPr>
          <p:cNvPr id="410" name="Google Shape;410;p33"/>
          <p:cNvGrpSpPr/>
          <p:nvPr/>
        </p:nvGrpSpPr>
        <p:grpSpPr>
          <a:xfrm>
            <a:off x="-434475" y="-183800"/>
            <a:ext cx="2020725" cy="5623099"/>
            <a:chOff x="-434475" y="-183800"/>
            <a:chExt cx="2020725" cy="5623099"/>
          </a:xfrm>
        </p:grpSpPr>
        <p:pic>
          <p:nvPicPr>
            <p:cNvPr id="411" name="Google Shape;411;p33"/>
            <p:cNvPicPr preferRelativeResize="0"/>
            <p:nvPr/>
          </p:nvPicPr>
          <p:blipFill rotWithShape="1">
            <a:blip r:embed="rId2">
              <a:alphaModFix/>
            </a:blip>
            <a:srcRect b="17966" l="22246" r="14141" t="0"/>
            <a:stretch/>
          </p:blipFill>
          <p:spPr>
            <a:xfrm rot="5400000">
              <a:off x="-2444787" y="1826512"/>
              <a:ext cx="5623099" cy="1602475"/>
            </a:xfrm>
            <a:prstGeom prst="rect">
              <a:avLst/>
            </a:prstGeom>
            <a:noFill/>
            <a:ln>
              <a:noFill/>
            </a:ln>
          </p:spPr>
        </p:pic>
        <p:pic>
          <p:nvPicPr>
            <p:cNvPr id="412" name="Google Shape;412;p33"/>
            <p:cNvPicPr preferRelativeResize="0"/>
            <p:nvPr/>
          </p:nvPicPr>
          <p:blipFill rotWithShape="1">
            <a:blip r:embed="rId3">
              <a:alphaModFix/>
            </a:blip>
            <a:srcRect b="0" l="0" r="43256" t="0"/>
            <a:stretch/>
          </p:blipFill>
          <p:spPr>
            <a:xfrm rot="5400000">
              <a:off x="-2018425" y="1583951"/>
              <a:ext cx="5188625" cy="2020725"/>
            </a:xfrm>
            <a:prstGeom prst="rect">
              <a:avLst/>
            </a:prstGeom>
            <a:noFill/>
            <a:ln>
              <a:noFill/>
            </a:ln>
          </p:spPr>
        </p:pic>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413" name="Shape 413"/>
        <p:cNvGrpSpPr/>
        <p:nvPr/>
      </p:nvGrpSpPr>
      <p:grpSpPr>
        <a:xfrm>
          <a:off x="0" y="0"/>
          <a:ext cx="0" cy="0"/>
          <a:chOff x="0" y="0"/>
          <a:chExt cx="0" cy="0"/>
        </a:xfrm>
      </p:grpSpPr>
      <p:grpSp>
        <p:nvGrpSpPr>
          <p:cNvPr id="414" name="Google Shape;414;p34"/>
          <p:cNvGrpSpPr/>
          <p:nvPr/>
        </p:nvGrpSpPr>
        <p:grpSpPr>
          <a:xfrm>
            <a:off x="7580875" y="125675"/>
            <a:ext cx="1996099" cy="4788300"/>
            <a:chOff x="7580875" y="125675"/>
            <a:chExt cx="1996099" cy="4788300"/>
          </a:xfrm>
        </p:grpSpPr>
        <p:sp>
          <p:nvSpPr>
            <p:cNvPr id="415" name="Google Shape;415;p34"/>
            <p:cNvSpPr/>
            <p:nvPr/>
          </p:nvSpPr>
          <p:spPr>
            <a:xfrm>
              <a:off x="7894000" y="125675"/>
              <a:ext cx="1157100" cy="11571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nvGrpSpPr>
            <p:cNvPr id="416" name="Google Shape;416;p34"/>
            <p:cNvGrpSpPr/>
            <p:nvPr/>
          </p:nvGrpSpPr>
          <p:grpSpPr>
            <a:xfrm>
              <a:off x="7852215" y="2418284"/>
              <a:ext cx="1724759" cy="1724759"/>
              <a:chOff x="-1264450" y="1752750"/>
              <a:chExt cx="2284449" cy="2284449"/>
            </a:xfrm>
          </p:grpSpPr>
          <p:pic>
            <p:nvPicPr>
              <p:cNvPr id="417" name="Google Shape;417;p34"/>
              <p:cNvPicPr preferRelativeResize="0"/>
              <p:nvPr/>
            </p:nvPicPr>
            <p:blipFill>
              <a:blip r:embed="rId2">
                <a:alphaModFix/>
              </a:blip>
              <a:stretch>
                <a:fillRect/>
              </a:stretch>
            </p:blipFill>
            <p:spPr>
              <a:xfrm>
                <a:off x="-1264450" y="1752750"/>
                <a:ext cx="2284449" cy="2284449"/>
              </a:xfrm>
              <a:prstGeom prst="rect">
                <a:avLst/>
              </a:prstGeom>
              <a:noFill/>
              <a:ln>
                <a:noFill/>
              </a:ln>
            </p:spPr>
          </p:pic>
          <p:sp>
            <p:nvSpPr>
              <p:cNvPr id="418" name="Google Shape;418;p34"/>
              <p:cNvSpPr/>
              <p:nvPr/>
            </p:nvSpPr>
            <p:spPr>
              <a:xfrm>
                <a:off x="-864726" y="2152474"/>
                <a:ext cx="1485000" cy="14850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sp>
          <p:nvSpPr>
            <p:cNvPr id="419" name="Google Shape;419;p34"/>
            <p:cNvSpPr/>
            <p:nvPr/>
          </p:nvSpPr>
          <p:spPr>
            <a:xfrm>
              <a:off x="7580875" y="1451825"/>
              <a:ext cx="797400" cy="7974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420" name="Google Shape;420;p34"/>
            <p:cNvSpPr/>
            <p:nvPr/>
          </p:nvSpPr>
          <p:spPr>
            <a:xfrm>
              <a:off x="8017850" y="4271975"/>
              <a:ext cx="642000" cy="6420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34" Type="http://schemas.openxmlformats.org/officeDocument/2006/relationships/theme" Target="../theme/theme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dk1"/>
              </a:buClr>
              <a:buSzPts val="3500"/>
              <a:buFont typeface="Inter SemiBold"/>
              <a:buNone/>
              <a:defRPr sz="3500">
                <a:solidFill>
                  <a:schemeClr val="dk1"/>
                </a:solidFill>
                <a:latin typeface="Inter SemiBold"/>
                <a:ea typeface="Inter SemiBold"/>
                <a:cs typeface="Inter SemiBold"/>
                <a:sym typeface="Inter SemiBold"/>
              </a:defRPr>
            </a:lvl1pPr>
            <a:lvl2pPr lvl="1" rtl="0" algn="ctr">
              <a:spcBef>
                <a:spcPts val="0"/>
              </a:spcBef>
              <a:spcAft>
                <a:spcPts val="0"/>
              </a:spcAft>
              <a:buClr>
                <a:schemeClr val="dk1"/>
              </a:buClr>
              <a:buSzPts val="3500"/>
              <a:buFont typeface="Inter SemiBold"/>
              <a:buNone/>
              <a:defRPr sz="3500">
                <a:solidFill>
                  <a:schemeClr val="dk1"/>
                </a:solidFill>
                <a:latin typeface="Inter SemiBold"/>
                <a:ea typeface="Inter SemiBold"/>
                <a:cs typeface="Inter SemiBold"/>
                <a:sym typeface="Inter SemiBold"/>
              </a:defRPr>
            </a:lvl2pPr>
            <a:lvl3pPr lvl="2" rtl="0" algn="ctr">
              <a:spcBef>
                <a:spcPts val="0"/>
              </a:spcBef>
              <a:spcAft>
                <a:spcPts val="0"/>
              </a:spcAft>
              <a:buClr>
                <a:schemeClr val="dk1"/>
              </a:buClr>
              <a:buSzPts val="3500"/>
              <a:buFont typeface="Inter SemiBold"/>
              <a:buNone/>
              <a:defRPr sz="3500">
                <a:solidFill>
                  <a:schemeClr val="dk1"/>
                </a:solidFill>
                <a:latin typeface="Inter SemiBold"/>
                <a:ea typeface="Inter SemiBold"/>
                <a:cs typeface="Inter SemiBold"/>
                <a:sym typeface="Inter SemiBold"/>
              </a:defRPr>
            </a:lvl3pPr>
            <a:lvl4pPr lvl="3" rtl="0" algn="ctr">
              <a:spcBef>
                <a:spcPts val="0"/>
              </a:spcBef>
              <a:spcAft>
                <a:spcPts val="0"/>
              </a:spcAft>
              <a:buClr>
                <a:schemeClr val="dk1"/>
              </a:buClr>
              <a:buSzPts val="3500"/>
              <a:buFont typeface="Inter SemiBold"/>
              <a:buNone/>
              <a:defRPr sz="3500">
                <a:solidFill>
                  <a:schemeClr val="dk1"/>
                </a:solidFill>
                <a:latin typeface="Inter SemiBold"/>
                <a:ea typeface="Inter SemiBold"/>
                <a:cs typeface="Inter SemiBold"/>
                <a:sym typeface="Inter SemiBold"/>
              </a:defRPr>
            </a:lvl4pPr>
            <a:lvl5pPr lvl="4" rtl="0" algn="ctr">
              <a:spcBef>
                <a:spcPts val="0"/>
              </a:spcBef>
              <a:spcAft>
                <a:spcPts val="0"/>
              </a:spcAft>
              <a:buClr>
                <a:schemeClr val="dk1"/>
              </a:buClr>
              <a:buSzPts val="3500"/>
              <a:buFont typeface="Inter SemiBold"/>
              <a:buNone/>
              <a:defRPr sz="3500">
                <a:solidFill>
                  <a:schemeClr val="dk1"/>
                </a:solidFill>
                <a:latin typeface="Inter SemiBold"/>
                <a:ea typeface="Inter SemiBold"/>
                <a:cs typeface="Inter SemiBold"/>
                <a:sym typeface="Inter SemiBold"/>
              </a:defRPr>
            </a:lvl5pPr>
            <a:lvl6pPr lvl="5" rtl="0" algn="ctr">
              <a:spcBef>
                <a:spcPts val="0"/>
              </a:spcBef>
              <a:spcAft>
                <a:spcPts val="0"/>
              </a:spcAft>
              <a:buClr>
                <a:schemeClr val="dk1"/>
              </a:buClr>
              <a:buSzPts val="3500"/>
              <a:buFont typeface="Inter SemiBold"/>
              <a:buNone/>
              <a:defRPr sz="3500">
                <a:solidFill>
                  <a:schemeClr val="dk1"/>
                </a:solidFill>
                <a:latin typeface="Inter SemiBold"/>
                <a:ea typeface="Inter SemiBold"/>
                <a:cs typeface="Inter SemiBold"/>
                <a:sym typeface="Inter SemiBold"/>
              </a:defRPr>
            </a:lvl6pPr>
            <a:lvl7pPr lvl="6" rtl="0" algn="ctr">
              <a:spcBef>
                <a:spcPts val="0"/>
              </a:spcBef>
              <a:spcAft>
                <a:spcPts val="0"/>
              </a:spcAft>
              <a:buClr>
                <a:schemeClr val="dk1"/>
              </a:buClr>
              <a:buSzPts val="3500"/>
              <a:buFont typeface="Inter SemiBold"/>
              <a:buNone/>
              <a:defRPr sz="3500">
                <a:solidFill>
                  <a:schemeClr val="dk1"/>
                </a:solidFill>
                <a:latin typeface="Inter SemiBold"/>
                <a:ea typeface="Inter SemiBold"/>
                <a:cs typeface="Inter SemiBold"/>
                <a:sym typeface="Inter SemiBold"/>
              </a:defRPr>
            </a:lvl7pPr>
            <a:lvl8pPr lvl="7" rtl="0" algn="ctr">
              <a:spcBef>
                <a:spcPts val="0"/>
              </a:spcBef>
              <a:spcAft>
                <a:spcPts val="0"/>
              </a:spcAft>
              <a:buClr>
                <a:schemeClr val="dk1"/>
              </a:buClr>
              <a:buSzPts val="3500"/>
              <a:buFont typeface="Inter SemiBold"/>
              <a:buNone/>
              <a:defRPr sz="3500">
                <a:solidFill>
                  <a:schemeClr val="dk1"/>
                </a:solidFill>
                <a:latin typeface="Inter SemiBold"/>
                <a:ea typeface="Inter SemiBold"/>
                <a:cs typeface="Inter SemiBold"/>
                <a:sym typeface="Inter SemiBold"/>
              </a:defRPr>
            </a:lvl8pPr>
            <a:lvl9pPr lvl="8" rtl="0" algn="ctr">
              <a:spcBef>
                <a:spcPts val="0"/>
              </a:spcBef>
              <a:spcAft>
                <a:spcPts val="0"/>
              </a:spcAft>
              <a:buClr>
                <a:schemeClr val="dk1"/>
              </a:buClr>
              <a:buSzPts val="3500"/>
              <a:buFont typeface="Inter SemiBold"/>
              <a:buNone/>
              <a:defRPr sz="3500">
                <a:solidFill>
                  <a:schemeClr val="dk1"/>
                </a:solidFill>
                <a:latin typeface="Inter SemiBold"/>
                <a:ea typeface="Inter SemiBold"/>
                <a:cs typeface="Inter SemiBold"/>
                <a:sym typeface="Inter SemiBold"/>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2"/>
              </a:buClr>
              <a:buSzPts val="1400"/>
              <a:buFont typeface="Hind"/>
              <a:buChar char="●"/>
              <a:defRPr>
                <a:solidFill>
                  <a:schemeClr val="dk2"/>
                </a:solidFill>
                <a:latin typeface="Hind"/>
                <a:ea typeface="Hind"/>
                <a:cs typeface="Hind"/>
                <a:sym typeface="Hind"/>
              </a:defRPr>
            </a:lvl1pPr>
            <a:lvl2pPr indent="-317500" lvl="1" marL="914400">
              <a:lnSpc>
                <a:spcPct val="115000"/>
              </a:lnSpc>
              <a:spcBef>
                <a:spcPts val="0"/>
              </a:spcBef>
              <a:spcAft>
                <a:spcPts val="0"/>
              </a:spcAft>
              <a:buClr>
                <a:schemeClr val="dk2"/>
              </a:buClr>
              <a:buSzPts val="1400"/>
              <a:buFont typeface="Hind"/>
              <a:buChar char="○"/>
              <a:defRPr>
                <a:solidFill>
                  <a:schemeClr val="dk2"/>
                </a:solidFill>
                <a:latin typeface="Hind"/>
                <a:ea typeface="Hind"/>
                <a:cs typeface="Hind"/>
                <a:sym typeface="Hind"/>
              </a:defRPr>
            </a:lvl2pPr>
            <a:lvl3pPr indent="-317500" lvl="2" marL="1371600">
              <a:lnSpc>
                <a:spcPct val="115000"/>
              </a:lnSpc>
              <a:spcBef>
                <a:spcPts val="0"/>
              </a:spcBef>
              <a:spcAft>
                <a:spcPts val="0"/>
              </a:spcAft>
              <a:buClr>
                <a:schemeClr val="dk2"/>
              </a:buClr>
              <a:buSzPts val="1400"/>
              <a:buFont typeface="Hind"/>
              <a:buChar char="■"/>
              <a:defRPr>
                <a:solidFill>
                  <a:schemeClr val="dk2"/>
                </a:solidFill>
                <a:latin typeface="Hind"/>
                <a:ea typeface="Hind"/>
                <a:cs typeface="Hind"/>
                <a:sym typeface="Hind"/>
              </a:defRPr>
            </a:lvl3pPr>
            <a:lvl4pPr indent="-317500" lvl="3" marL="1828800">
              <a:lnSpc>
                <a:spcPct val="115000"/>
              </a:lnSpc>
              <a:spcBef>
                <a:spcPts val="0"/>
              </a:spcBef>
              <a:spcAft>
                <a:spcPts val="0"/>
              </a:spcAft>
              <a:buClr>
                <a:schemeClr val="dk2"/>
              </a:buClr>
              <a:buSzPts val="1400"/>
              <a:buFont typeface="Hind"/>
              <a:buChar char="●"/>
              <a:defRPr>
                <a:solidFill>
                  <a:schemeClr val="dk2"/>
                </a:solidFill>
                <a:latin typeface="Hind"/>
                <a:ea typeface="Hind"/>
                <a:cs typeface="Hind"/>
                <a:sym typeface="Hind"/>
              </a:defRPr>
            </a:lvl4pPr>
            <a:lvl5pPr indent="-317500" lvl="4" marL="2286000">
              <a:lnSpc>
                <a:spcPct val="115000"/>
              </a:lnSpc>
              <a:spcBef>
                <a:spcPts val="0"/>
              </a:spcBef>
              <a:spcAft>
                <a:spcPts val="0"/>
              </a:spcAft>
              <a:buClr>
                <a:schemeClr val="dk2"/>
              </a:buClr>
              <a:buSzPts val="1400"/>
              <a:buFont typeface="Hind"/>
              <a:buChar char="○"/>
              <a:defRPr>
                <a:solidFill>
                  <a:schemeClr val="dk2"/>
                </a:solidFill>
                <a:latin typeface="Hind"/>
                <a:ea typeface="Hind"/>
                <a:cs typeface="Hind"/>
                <a:sym typeface="Hind"/>
              </a:defRPr>
            </a:lvl5pPr>
            <a:lvl6pPr indent="-317500" lvl="5" marL="2743200">
              <a:lnSpc>
                <a:spcPct val="115000"/>
              </a:lnSpc>
              <a:spcBef>
                <a:spcPts val="0"/>
              </a:spcBef>
              <a:spcAft>
                <a:spcPts val="0"/>
              </a:spcAft>
              <a:buClr>
                <a:schemeClr val="dk2"/>
              </a:buClr>
              <a:buSzPts val="1400"/>
              <a:buFont typeface="Hind"/>
              <a:buChar char="■"/>
              <a:defRPr>
                <a:solidFill>
                  <a:schemeClr val="dk2"/>
                </a:solidFill>
                <a:latin typeface="Hind"/>
                <a:ea typeface="Hind"/>
                <a:cs typeface="Hind"/>
                <a:sym typeface="Hind"/>
              </a:defRPr>
            </a:lvl6pPr>
            <a:lvl7pPr indent="-317500" lvl="6" marL="3200400">
              <a:lnSpc>
                <a:spcPct val="115000"/>
              </a:lnSpc>
              <a:spcBef>
                <a:spcPts val="0"/>
              </a:spcBef>
              <a:spcAft>
                <a:spcPts val="0"/>
              </a:spcAft>
              <a:buClr>
                <a:schemeClr val="dk2"/>
              </a:buClr>
              <a:buSzPts val="1400"/>
              <a:buFont typeface="Hind"/>
              <a:buChar char="●"/>
              <a:defRPr>
                <a:solidFill>
                  <a:schemeClr val="dk2"/>
                </a:solidFill>
                <a:latin typeface="Hind"/>
                <a:ea typeface="Hind"/>
                <a:cs typeface="Hind"/>
                <a:sym typeface="Hind"/>
              </a:defRPr>
            </a:lvl7pPr>
            <a:lvl8pPr indent="-317500" lvl="7" marL="3657600">
              <a:lnSpc>
                <a:spcPct val="115000"/>
              </a:lnSpc>
              <a:spcBef>
                <a:spcPts val="0"/>
              </a:spcBef>
              <a:spcAft>
                <a:spcPts val="0"/>
              </a:spcAft>
              <a:buClr>
                <a:schemeClr val="dk2"/>
              </a:buClr>
              <a:buSzPts val="1400"/>
              <a:buFont typeface="Hind"/>
              <a:buChar char="○"/>
              <a:defRPr>
                <a:solidFill>
                  <a:schemeClr val="dk2"/>
                </a:solidFill>
                <a:latin typeface="Hind"/>
                <a:ea typeface="Hind"/>
                <a:cs typeface="Hind"/>
                <a:sym typeface="Hind"/>
              </a:defRPr>
            </a:lvl8pPr>
            <a:lvl9pPr indent="-317500" lvl="8" marL="4114800">
              <a:lnSpc>
                <a:spcPct val="115000"/>
              </a:lnSpc>
              <a:spcBef>
                <a:spcPts val="0"/>
              </a:spcBef>
              <a:spcAft>
                <a:spcPts val="0"/>
              </a:spcAft>
              <a:buClr>
                <a:schemeClr val="dk2"/>
              </a:buClr>
              <a:buSzPts val="1400"/>
              <a:buFont typeface="Hind"/>
              <a:buChar char="■"/>
              <a:defRPr>
                <a:solidFill>
                  <a:schemeClr val="dk2"/>
                </a:solidFill>
                <a:latin typeface="Hind"/>
                <a:ea typeface="Hind"/>
                <a:cs typeface="Hind"/>
                <a:sym typeface="Hind"/>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 Id="rId3"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3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 Id="rId3" Type="http://schemas.openxmlformats.org/officeDocument/2006/relationships/image" Target="../media/image3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32.png"/><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3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35"/>
          <p:cNvSpPr txBox="1"/>
          <p:nvPr>
            <p:ph type="ctrTitle"/>
          </p:nvPr>
        </p:nvSpPr>
        <p:spPr>
          <a:xfrm>
            <a:off x="1390500" y="1017750"/>
            <a:ext cx="6363000" cy="228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000">
                <a:latin typeface="Inter SemiBold"/>
                <a:ea typeface="Inter SemiBold"/>
                <a:cs typeface="Inter SemiBold"/>
                <a:sym typeface="Inter SemiBold"/>
              </a:rPr>
              <a:t>Query-to-Insight Analytics Engine</a:t>
            </a:r>
            <a:br>
              <a:rPr lang="en" sz="4000">
                <a:latin typeface="Inter SemiBold"/>
                <a:ea typeface="Inter SemiBold"/>
                <a:cs typeface="Inter SemiBold"/>
                <a:sym typeface="Inter SemiBold"/>
              </a:rPr>
            </a:br>
            <a:r>
              <a:rPr lang="en" sz="3000">
                <a:latin typeface="Inter SemiBold"/>
                <a:ea typeface="Inter SemiBold"/>
                <a:cs typeface="Inter SemiBold"/>
                <a:sym typeface="Inter SemiBold"/>
              </a:rPr>
              <a:t>AI-Powered Healthcare Analytics</a:t>
            </a:r>
            <a:endParaRPr sz="3000">
              <a:latin typeface="Inter SemiBold"/>
              <a:ea typeface="Inter SemiBold"/>
              <a:cs typeface="Inter SemiBold"/>
              <a:sym typeface="Inter SemiBold"/>
            </a:endParaRPr>
          </a:p>
          <a:p>
            <a:pPr indent="-419100" lvl="0" marL="457200" rtl="0" algn="ctr">
              <a:spcBef>
                <a:spcPts val="0"/>
              </a:spcBef>
              <a:spcAft>
                <a:spcPts val="0"/>
              </a:spcAft>
              <a:buSzPts val="3000"/>
              <a:buFont typeface="Inter SemiBold"/>
              <a:buChar char="-"/>
            </a:pPr>
            <a:r>
              <a:rPr lang="en" sz="2400">
                <a:latin typeface="Inter"/>
                <a:ea typeface="Inter"/>
                <a:cs typeface="Inter"/>
                <a:sym typeface="Inter"/>
              </a:rPr>
              <a:t>Microsoft Innovation Challenge 2026</a:t>
            </a:r>
            <a:r>
              <a:rPr lang="en" sz="3000">
                <a:latin typeface="Inter"/>
                <a:ea typeface="Inter"/>
                <a:cs typeface="Inter"/>
                <a:sym typeface="Inter"/>
              </a:rPr>
              <a:t> </a:t>
            </a:r>
            <a:r>
              <a:rPr lang="en" sz="3000">
                <a:latin typeface="Inter SemiBold"/>
                <a:ea typeface="Inter SemiBold"/>
                <a:cs typeface="Inter SemiBold"/>
                <a:sym typeface="Inter SemiBold"/>
              </a:rPr>
              <a:t>-</a:t>
            </a:r>
            <a:endParaRPr sz="2000">
              <a:latin typeface="Inter SemiBold"/>
              <a:ea typeface="Inter SemiBold"/>
              <a:cs typeface="Inter SemiBold"/>
              <a:sym typeface="Inter SemiBold"/>
            </a:endParaRPr>
          </a:p>
        </p:txBody>
      </p:sp>
      <p:sp>
        <p:nvSpPr>
          <p:cNvPr id="426" name="Google Shape;426;p35"/>
          <p:cNvSpPr txBox="1"/>
          <p:nvPr>
            <p:ph idx="1" type="subTitle"/>
          </p:nvPr>
        </p:nvSpPr>
        <p:spPr>
          <a:xfrm>
            <a:off x="1031400" y="3599450"/>
            <a:ext cx="7081200" cy="777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400" u="sng"/>
              <a:t>Team Members:</a:t>
            </a:r>
            <a:endParaRPr b="1" sz="1400" u="sng"/>
          </a:p>
          <a:p>
            <a:pPr indent="0" lvl="0" marL="0" rtl="0" algn="ctr">
              <a:spcBef>
                <a:spcPts val="0"/>
              </a:spcBef>
              <a:spcAft>
                <a:spcPts val="0"/>
              </a:spcAft>
              <a:buNone/>
            </a:pPr>
            <a:r>
              <a:rPr lang="en" sz="1400"/>
              <a:t>Ronaldo Garcia • Marco Portillo • Chris Orellana • Andy Llanos</a:t>
            </a:r>
            <a:endParaRPr sz="1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36"/>
          <p:cNvSpPr txBox="1"/>
          <p:nvPr>
            <p:ph idx="3" type="subTitle"/>
          </p:nvPr>
        </p:nvSpPr>
        <p:spPr>
          <a:xfrm>
            <a:off x="6513793" y="1743950"/>
            <a:ext cx="25056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000"/>
              <a:t>Andy Llanos</a:t>
            </a:r>
            <a:endParaRPr sz="2000"/>
          </a:p>
        </p:txBody>
      </p:sp>
      <p:sp>
        <p:nvSpPr>
          <p:cNvPr id="432" name="Google Shape;432;p36"/>
          <p:cNvSpPr txBox="1"/>
          <p:nvPr>
            <p:ph idx="4" type="subTitle"/>
          </p:nvPr>
        </p:nvSpPr>
        <p:spPr>
          <a:xfrm>
            <a:off x="361463" y="1743950"/>
            <a:ext cx="25056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000"/>
              <a:t>Ronaldo Garcia</a:t>
            </a:r>
            <a:endParaRPr sz="2000"/>
          </a:p>
        </p:txBody>
      </p:sp>
      <p:sp>
        <p:nvSpPr>
          <p:cNvPr id="433" name="Google Shape;433;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a:t>
            </a:r>
            <a:r>
              <a:rPr lang="en"/>
              <a:t>ur team</a:t>
            </a:r>
            <a:endParaRPr/>
          </a:p>
        </p:txBody>
      </p:sp>
      <p:sp>
        <p:nvSpPr>
          <p:cNvPr id="434" name="Google Shape;434;p36"/>
          <p:cNvSpPr/>
          <p:nvPr/>
        </p:nvSpPr>
        <p:spPr>
          <a:xfrm>
            <a:off x="7875750" y="1188325"/>
            <a:ext cx="683700" cy="683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435" name="Google Shape;435;p36"/>
          <p:cNvSpPr txBox="1"/>
          <p:nvPr>
            <p:ph idx="4" type="subTitle"/>
          </p:nvPr>
        </p:nvSpPr>
        <p:spPr>
          <a:xfrm>
            <a:off x="2441488" y="1743950"/>
            <a:ext cx="25056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000"/>
              <a:t>Marco Portillo</a:t>
            </a:r>
            <a:endParaRPr sz="2000"/>
          </a:p>
        </p:txBody>
      </p:sp>
      <p:sp>
        <p:nvSpPr>
          <p:cNvPr id="436" name="Google Shape;436;p36"/>
          <p:cNvSpPr txBox="1"/>
          <p:nvPr>
            <p:ph idx="4" type="subTitle"/>
          </p:nvPr>
        </p:nvSpPr>
        <p:spPr>
          <a:xfrm>
            <a:off x="4521513" y="1743950"/>
            <a:ext cx="25056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000"/>
              <a:t>Chris Orellana</a:t>
            </a:r>
            <a:endParaRPr sz="2000"/>
          </a:p>
        </p:txBody>
      </p:sp>
      <p:sp>
        <p:nvSpPr>
          <p:cNvPr id="437" name="Google Shape;437;p36"/>
          <p:cNvSpPr txBox="1"/>
          <p:nvPr/>
        </p:nvSpPr>
        <p:spPr>
          <a:xfrm>
            <a:off x="686063" y="2221975"/>
            <a:ext cx="1856400" cy="77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Hind Medium"/>
                <a:ea typeface="Hind Medium"/>
                <a:cs typeface="Hind Medium"/>
                <a:sym typeface="Hind Medium"/>
              </a:rPr>
              <a:t>UCSD ‘23</a:t>
            </a:r>
            <a:br>
              <a:rPr lang="en">
                <a:solidFill>
                  <a:schemeClr val="dk2"/>
                </a:solidFill>
                <a:latin typeface="Hind Medium"/>
                <a:ea typeface="Hind Medium"/>
                <a:cs typeface="Hind Medium"/>
                <a:sym typeface="Hind Medium"/>
              </a:rPr>
            </a:br>
            <a:r>
              <a:rPr lang="en">
                <a:solidFill>
                  <a:schemeClr val="dk2"/>
                </a:solidFill>
                <a:latin typeface="Hind Medium"/>
                <a:ea typeface="Hind Medium"/>
                <a:cs typeface="Hind Medium"/>
                <a:sym typeface="Hind Medium"/>
              </a:rPr>
              <a:t>BS Computer Science</a:t>
            </a:r>
            <a:endParaRPr>
              <a:solidFill>
                <a:schemeClr val="dk2"/>
              </a:solidFill>
              <a:latin typeface="Hind Medium"/>
              <a:ea typeface="Hind Medium"/>
              <a:cs typeface="Hind Medium"/>
              <a:sym typeface="Hind Medium"/>
            </a:endParaRPr>
          </a:p>
        </p:txBody>
      </p:sp>
      <p:sp>
        <p:nvSpPr>
          <p:cNvPr id="438" name="Google Shape;438;p36"/>
          <p:cNvSpPr txBox="1"/>
          <p:nvPr/>
        </p:nvSpPr>
        <p:spPr>
          <a:xfrm>
            <a:off x="2766088" y="2221975"/>
            <a:ext cx="1856400" cy="77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Hind Medium"/>
                <a:ea typeface="Hind Medium"/>
                <a:cs typeface="Hind Medium"/>
                <a:sym typeface="Hind Medium"/>
              </a:rPr>
              <a:t>ASU</a:t>
            </a:r>
            <a:r>
              <a:rPr lang="en">
                <a:solidFill>
                  <a:schemeClr val="dk2"/>
                </a:solidFill>
                <a:latin typeface="Hind Medium"/>
                <a:ea typeface="Hind Medium"/>
                <a:cs typeface="Hind Medium"/>
                <a:sym typeface="Hind Medium"/>
              </a:rPr>
              <a:t> ‘26</a:t>
            </a:r>
            <a:br>
              <a:rPr lang="en">
                <a:solidFill>
                  <a:schemeClr val="dk2"/>
                </a:solidFill>
                <a:latin typeface="Hind Medium"/>
                <a:ea typeface="Hind Medium"/>
                <a:cs typeface="Hind Medium"/>
                <a:sym typeface="Hind Medium"/>
              </a:rPr>
            </a:br>
            <a:r>
              <a:rPr lang="en">
                <a:solidFill>
                  <a:schemeClr val="dk2"/>
                </a:solidFill>
                <a:latin typeface="Hind Medium"/>
                <a:ea typeface="Hind Medium"/>
                <a:cs typeface="Hind Medium"/>
                <a:sym typeface="Hind Medium"/>
              </a:rPr>
              <a:t>BS Computer Science</a:t>
            </a:r>
            <a:endParaRPr>
              <a:solidFill>
                <a:schemeClr val="dk2"/>
              </a:solidFill>
              <a:latin typeface="Hind Medium"/>
              <a:ea typeface="Hind Medium"/>
              <a:cs typeface="Hind Medium"/>
              <a:sym typeface="Hind Medium"/>
            </a:endParaRPr>
          </a:p>
        </p:txBody>
      </p:sp>
      <p:sp>
        <p:nvSpPr>
          <p:cNvPr id="439" name="Google Shape;439;p36"/>
          <p:cNvSpPr txBox="1"/>
          <p:nvPr/>
        </p:nvSpPr>
        <p:spPr>
          <a:xfrm>
            <a:off x="4923013" y="2221975"/>
            <a:ext cx="1856400" cy="77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Hind Medium"/>
                <a:ea typeface="Hind Medium"/>
                <a:cs typeface="Hind Medium"/>
                <a:sym typeface="Hind Medium"/>
              </a:rPr>
              <a:t>UCSB ‘25</a:t>
            </a:r>
            <a:br>
              <a:rPr lang="en">
                <a:solidFill>
                  <a:schemeClr val="dk2"/>
                </a:solidFill>
                <a:latin typeface="Hind Medium"/>
                <a:ea typeface="Hind Medium"/>
                <a:cs typeface="Hind Medium"/>
                <a:sym typeface="Hind Medium"/>
              </a:rPr>
            </a:br>
            <a:r>
              <a:rPr lang="en">
                <a:solidFill>
                  <a:schemeClr val="dk2"/>
                </a:solidFill>
                <a:latin typeface="Hind Medium"/>
                <a:ea typeface="Hind Medium"/>
                <a:cs typeface="Hind Medium"/>
                <a:sym typeface="Hind Medium"/>
              </a:rPr>
              <a:t>BS Applied Math</a:t>
            </a:r>
            <a:endParaRPr>
              <a:solidFill>
                <a:schemeClr val="dk2"/>
              </a:solidFill>
              <a:latin typeface="Hind Medium"/>
              <a:ea typeface="Hind Medium"/>
              <a:cs typeface="Hind Medium"/>
              <a:sym typeface="Hind Medium"/>
            </a:endParaRPr>
          </a:p>
        </p:txBody>
      </p:sp>
      <p:sp>
        <p:nvSpPr>
          <p:cNvPr id="440" name="Google Shape;440;p36"/>
          <p:cNvSpPr txBox="1"/>
          <p:nvPr/>
        </p:nvSpPr>
        <p:spPr>
          <a:xfrm>
            <a:off x="6926138" y="2221975"/>
            <a:ext cx="1856400" cy="77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Hind Medium"/>
                <a:ea typeface="Hind Medium"/>
                <a:cs typeface="Hind Medium"/>
                <a:sym typeface="Hind Medium"/>
              </a:rPr>
              <a:t>Lehigh</a:t>
            </a:r>
            <a:r>
              <a:rPr lang="en">
                <a:solidFill>
                  <a:schemeClr val="dk2"/>
                </a:solidFill>
                <a:latin typeface="Hind Medium"/>
                <a:ea typeface="Hind Medium"/>
                <a:cs typeface="Hind Medium"/>
                <a:sym typeface="Hind Medium"/>
              </a:rPr>
              <a:t> ‘25</a:t>
            </a:r>
            <a:br>
              <a:rPr lang="en">
                <a:solidFill>
                  <a:schemeClr val="dk2"/>
                </a:solidFill>
                <a:latin typeface="Hind Medium"/>
                <a:ea typeface="Hind Medium"/>
                <a:cs typeface="Hind Medium"/>
                <a:sym typeface="Hind Medium"/>
              </a:rPr>
            </a:br>
            <a:r>
              <a:rPr lang="en">
                <a:solidFill>
                  <a:schemeClr val="dk2"/>
                </a:solidFill>
                <a:latin typeface="Hind Medium"/>
                <a:ea typeface="Hind Medium"/>
                <a:cs typeface="Hind Medium"/>
                <a:sym typeface="Hind Medium"/>
              </a:rPr>
              <a:t>BS Computer Science</a:t>
            </a:r>
            <a:endParaRPr>
              <a:solidFill>
                <a:schemeClr val="dk2"/>
              </a:solidFill>
              <a:latin typeface="Hind Medium"/>
              <a:ea typeface="Hind Medium"/>
              <a:cs typeface="Hind Medium"/>
              <a:sym typeface="Hind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37"/>
          <p:cNvSpPr/>
          <p:nvPr/>
        </p:nvSpPr>
        <p:spPr>
          <a:xfrm>
            <a:off x="4329600" y="1198986"/>
            <a:ext cx="484800" cy="4848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446" name="Google Shape;446;p37"/>
          <p:cNvSpPr/>
          <p:nvPr/>
        </p:nvSpPr>
        <p:spPr>
          <a:xfrm>
            <a:off x="7028899" y="1198973"/>
            <a:ext cx="484800" cy="4848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447" name="Google Shape;447;p37"/>
          <p:cNvSpPr/>
          <p:nvPr/>
        </p:nvSpPr>
        <p:spPr>
          <a:xfrm>
            <a:off x="1630350" y="2944073"/>
            <a:ext cx="484800" cy="4848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448" name="Google Shape;448;p37"/>
          <p:cNvSpPr/>
          <p:nvPr/>
        </p:nvSpPr>
        <p:spPr>
          <a:xfrm>
            <a:off x="4329600" y="2944073"/>
            <a:ext cx="484800" cy="4848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449" name="Google Shape;449;p37"/>
          <p:cNvSpPr/>
          <p:nvPr/>
        </p:nvSpPr>
        <p:spPr>
          <a:xfrm>
            <a:off x="7028899" y="2944073"/>
            <a:ext cx="484800" cy="4848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450" name="Google Shape;450;p37"/>
          <p:cNvSpPr/>
          <p:nvPr/>
        </p:nvSpPr>
        <p:spPr>
          <a:xfrm>
            <a:off x="1630350" y="1198986"/>
            <a:ext cx="484800" cy="4848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451" name="Google Shape;451;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Overview</a:t>
            </a:r>
            <a:endParaRPr/>
          </a:p>
        </p:txBody>
      </p:sp>
      <p:sp>
        <p:nvSpPr>
          <p:cNvPr id="452" name="Google Shape;452;p37"/>
          <p:cNvSpPr txBox="1"/>
          <p:nvPr>
            <p:ph idx="3" type="subTitle"/>
          </p:nvPr>
        </p:nvSpPr>
        <p:spPr>
          <a:xfrm>
            <a:off x="530800" y="3893125"/>
            <a:ext cx="2595000" cy="914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Role-based access control, SQL validation, bias, </a:t>
            </a:r>
            <a:r>
              <a:rPr b="1" lang="en">
                <a:solidFill>
                  <a:srgbClr val="000000"/>
                </a:solidFill>
              </a:rPr>
              <a:t>Content Safety Screening</a:t>
            </a:r>
            <a:r>
              <a:rPr lang="en">
                <a:solidFill>
                  <a:srgbClr val="000000"/>
                </a:solidFill>
              </a:rPr>
              <a:t>,</a:t>
            </a:r>
            <a:r>
              <a:rPr lang="en"/>
              <a:t>  safety filtering for secure analytics.</a:t>
            </a:r>
            <a:endParaRPr/>
          </a:p>
        </p:txBody>
      </p:sp>
      <p:sp>
        <p:nvSpPr>
          <p:cNvPr id="453" name="Google Shape;453;p37"/>
          <p:cNvSpPr txBox="1"/>
          <p:nvPr>
            <p:ph idx="1" type="subTitle"/>
          </p:nvPr>
        </p:nvSpPr>
        <p:spPr>
          <a:xfrm>
            <a:off x="530800" y="2146500"/>
            <a:ext cx="27597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Healthcare data is </a:t>
            </a:r>
            <a:r>
              <a:rPr b="1" lang="en"/>
              <a:t>complex</a:t>
            </a:r>
            <a:r>
              <a:rPr lang="en"/>
              <a:t>, must comply with privacy regulations.</a:t>
            </a:r>
            <a:endParaRPr/>
          </a:p>
        </p:txBody>
      </p:sp>
      <p:sp>
        <p:nvSpPr>
          <p:cNvPr id="454" name="Google Shape;454;p37"/>
          <p:cNvSpPr txBox="1"/>
          <p:nvPr>
            <p:ph idx="2" type="subTitle"/>
          </p:nvPr>
        </p:nvSpPr>
        <p:spPr>
          <a:xfrm>
            <a:off x="3290500" y="2146500"/>
            <a:ext cx="2595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An </a:t>
            </a:r>
            <a:r>
              <a:rPr b="1" lang="en"/>
              <a:t>AI-powered system</a:t>
            </a:r>
            <a:r>
              <a:rPr lang="en"/>
              <a:t> that converts natural language into secure, validated SQL queries.</a:t>
            </a:r>
            <a:endParaRPr/>
          </a:p>
        </p:txBody>
      </p:sp>
      <p:sp>
        <p:nvSpPr>
          <p:cNvPr id="455" name="Google Shape;455;p37"/>
          <p:cNvSpPr txBox="1"/>
          <p:nvPr>
            <p:ph idx="4" type="subTitle"/>
          </p:nvPr>
        </p:nvSpPr>
        <p:spPr>
          <a:xfrm>
            <a:off x="3290500" y="3893125"/>
            <a:ext cx="2663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Live </a:t>
            </a:r>
            <a:r>
              <a:rPr b="1" lang="en"/>
              <a:t>walkthrough </a:t>
            </a:r>
            <a:r>
              <a:rPr lang="en"/>
              <a:t>of querying data, generating insights, and enforcing access restrictions.</a:t>
            </a:r>
            <a:endParaRPr/>
          </a:p>
        </p:txBody>
      </p:sp>
      <p:sp>
        <p:nvSpPr>
          <p:cNvPr id="456" name="Google Shape;456;p37"/>
          <p:cNvSpPr txBox="1"/>
          <p:nvPr>
            <p:ph idx="5" type="subTitle"/>
          </p:nvPr>
        </p:nvSpPr>
        <p:spPr>
          <a:xfrm>
            <a:off x="5953850" y="2146500"/>
            <a:ext cx="27597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 </a:t>
            </a:r>
            <a:r>
              <a:rPr b="1" lang="en"/>
              <a:t>full-stack pipeline</a:t>
            </a:r>
            <a:r>
              <a:rPr lang="en"/>
              <a:t> using React, FastAPI, Azure OpenAI, and Azure SQL for real-time insights.</a:t>
            </a:r>
            <a:endParaRPr/>
          </a:p>
        </p:txBody>
      </p:sp>
      <p:sp>
        <p:nvSpPr>
          <p:cNvPr id="457" name="Google Shape;457;p37"/>
          <p:cNvSpPr txBox="1"/>
          <p:nvPr>
            <p:ph idx="6" type="subTitle"/>
          </p:nvPr>
        </p:nvSpPr>
        <p:spPr>
          <a:xfrm>
            <a:off x="5982050" y="3893125"/>
            <a:ext cx="2663400" cy="961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Enables faster, </a:t>
            </a:r>
            <a:r>
              <a:rPr b="1" lang="en"/>
              <a:t>safer</a:t>
            </a:r>
            <a:r>
              <a:rPr lang="en"/>
              <a:t>, and more accessible decision-making in healthcare systems.</a:t>
            </a:r>
            <a:endParaRPr/>
          </a:p>
        </p:txBody>
      </p:sp>
      <p:sp>
        <p:nvSpPr>
          <p:cNvPr id="458" name="Google Shape;458;p37"/>
          <p:cNvSpPr txBox="1"/>
          <p:nvPr>
            <p:ph idx="7" type="title"/>
          </p:nvPr>
        </p:nvSpPr>
        <p:spPr>
          <a:xfrm>
            <a:off x="1505400" y="1351070"/>
            <a:ext cx="734700" cy="180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459" name="Google Shape;459;p37"/>
          <p:cNvSpPr txBox="1"/>
          <p:nvPr>
            <p:ph idx="8" type="title"/>
          </p:nvPr>
        </p:nvSpPr>
        <p:spPr>
          <a:xfrm>
            <a:off x="1505400" y="3096177"/>
            <a:ext cx="734700" cy="180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460" name="Google Shape;460;p37"/>
          <p:cNvSpPr txBox="1"/>
          <p:nvPr>
            <p:ph idx="9" type="title"/>
          </p:nvPr>
        </p:nvSpPr>
        <p:spPr>
          <a:xfrm>
            <a:off x="4204650" y="1351070"/>
            <a:ext cx="734700" cy="180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461" name="Google Shape;461;p37"/>
          <p:cNvSpPr txBox="1"/>
          <p:nvPr>
            <p:ph idx="13" type="title"/>
          </p:nvPr>
        </p:nvSpPr>
        <p:spPr>
          <a:xfrm>
            <a:off x="4204650" y="3096177"/>
            <a:ext cx="734700" cy="180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462" name="Google Shape;462;p37"/>
          <p:cNvSpPr txBox="1"/>
          <p:nvPr>
            <p:ph idx="14" type="title"/>
          </p:nvPr>
        </p:nvSpPr>
        <p:spPr>
          <a:xfrm>
            <a:off x="6903949" y="1351070"/>
            <a:ext cx="734700" cy="180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463" name="Google Shape;463;p37"/>
          <p:cNvSpPr txBox="1"/>
          <p:nvPr>
            <p:ph idx="15" type="title"/>
          </p:nvPr>
        </p:nvSpPr>
        <p:spPr>
          <a:xfrm>
            <a:off x="6903949" y="3096177"/>
            <a:ext cx="734700" cy="180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464" name="Google Shape;464;p37"/>
          <p:cNvSpPr txBox="1"/>
          <p:nvPr>
            <p:ph idx="16" type="subTitle"/>
          </p:nvPr>
        </p:nvSpPr>
        <p:spPr>
          <a:xfrm>
            <a:off x="720000" y="1833334"/>
            <a:ext cx="2305500" cy="48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Problem</a:t>
            </a:r>
            <a:endParaRPr/>
          </a:p>
        </p:txBody>
      </p:sp>
      <p:sp>
        <p:nvSpPr>
          <p:cNvPr id="465" name="Google Shape;465;p37"/>
          <p:cNvSpPr txBox="1"/>
          <p:nvPr>
            <p:ph idx="17" type="subTitle"/>
          </p:nvPr>
        </p:nvSpPr>
        <p:spPr>
          <a:xfrm>
            <a:off x="3419250" y="1833334"/>
            <a:ext cx="2305500" cy="48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Solution</a:t>
            </a:r>
            <a:endParaRPr/>
          </a:p>
        </p:txBody>
      </p:sp>
      <p:sp>
        <p:nvSpPr>
          <p:cNvPr id="466" name="Google Shape;466;p37"/>
          <p:cNvSpPr txBox="1"/>
          <p:nvPr>
            <p:ph idx="18" type="subTitle"/>
          </p:nvPr>
        </p:nvSpPr>
        <p:spPr>
          <a:xfrm>
            <a:off x="5724750" y="1814550"/>
            <a:ext cx="3272700" cy="48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200"/>
              <a:t>System Architecture</a:t>
            </a:r>
            <a:endParaRPr sz="2200"/>
          </a:p>
        </p:txBody>
      </p:sp>
      <p:sp>
        <p:nvSpPr>
          <p:cNvPr id="467" name="Google Shape;467;p37"/>
          <p:cNvSpPr txBox="1"/>
          <p:nvPr>
            <p:ph idx="19" type="subTitle"/>
          </p:nvPr>
        </p:nvSpPr>
        <p:spPr>
          <a:xfrm>
            <a:off x="96300" y="3579450"/>
            <a:ext cx="3699000" cy="48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000"/>
              <a:t>Security &amp; Responsible AI</a:t>
            </a:r>
            <a:endParaRPr sz="2000"/>
          </a:p>
        </p:txBody>
      </p:sp>
      <p:sp>
        <p:nvSpPr>
          <p:cNvPr id="468" name="Google Shape;468;p37"/>
          <p:cNvSpPr txBox="1"/>
          <p:nvPr>
            <p:ph idx="20" type="subTitle"/>
          </p:nvPr>
        </p:nvSpPr>
        <p:spPr>
          <a:xfrm>
            <a:off x="3419250" y="3579451"/>
            <a:ext cx="2305500" cy="48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Demo</a:t>
            </a:r>
            <a:endParaRPr/>
          </a:p>
        </p:txBody>
      </p:sp>
      <p:sp>
        <p:nvSpPr>
          <p:cNvPr id="469" name="Google Shape;469;p37"/>
          <p:cNvSpPr txBox="1"/>
          <p:nvPr>
            <p:ph idx="21" type="subTitle"/>
          </p:nvPr>
        </p:nvSpPr>
        <p:spPr>
          <a:xfrm>
            <a:off x="6118549" y="3579438"/>
            <a:ext cx="2305500" cy="484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Impact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 Problem</a:t>
            </a:r>
            <a:endParaRPr/>
          </a:p>
        </p:txBody>
      </p:sp>
      <p:sp>
        <p:nvSpPr>
          <p:cNvPr id="475" name="Google Shape;475;p38"/>
          <p:cNvSpPr txBox="1"/>
          <p:nvPr>
            <p:ph idx="2" type="subTitle"/>
          </p:nvPr>
        </p:nvSpPr>
        <p:spPr>
          <a:xfrm>
            <a:off x="4734600" y="1679625"/>
            <a:ext cx="3653400" cy="23481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a:t>Healthcare data is complex and fragmented across different systems</a:t>
            </a:r>
            <a:endParaRPr/>
          </a:p>
          <a:p>
            <a:pPr indent="-317500" lvl="0" marL="457200" rtl="0" algn="l">
              <a:spcBef>
                <a:spcPts val="0"/>
              </a:spcBef>
              <a:spcAft>
                <a:spcPts val="0"/>
              </a:spcAft>
              <a:buSzPts val="1400"/>
              <a:buChar char="●"/>
            </a:pPr>
            <a:r>
              <a:rPr lang="en"/>
              <a:t>Requires SQL expertise to access insights</a:t>
            </a:r>
            <a:endParaRPr/>
          </a:p>
          <a:p>
            <a:pPr indent="-317500" lvl="0" marL="457200" rtl="0" algn="l">
              <a:spcBef>
                <a:spcPts val="0"/>
              </a:spcBef>
              <a:spcAft>
                <a:spcPts val="0"/>
              </a:spcAft>
              <a:buSzPts val="1400"/>
              <a:buChar char="●"/>
            </a:pPr>
            <a:r>
              <a:rPr lang="en"/>
              <a:t>Inconsistent &amp; difficult to manage</a:t>
            </a:r>
            <a:endParaRPr/>
          </a:p>
          <a:p>
            <a:pPr indent="-317500" lvl="0" marL="457200" rtl="0" algn="l">
              <a:spcBef>
                <a:spcPts val="0"/>
              </a:spcBef>
              <a:spcAft>
                <a:spcPts val="0"/>
              </a:spcAft>
              <a:buSzPts val="1400"/>
              <a:buChar char="●"/>
            </a:pPr>
            <a:r>
              <a:rPr lang="en"/>
              <a:t>Strict privacy &amp; compliance requirements</a:t>
            </a:r>
            <a:endParaRPr/>
          </a:p>
          <a:p>
            <a:pPr indent="-317500" lvl="0" marL="457200" rtl="0" algn="l">
              <a:spcBef>
                <a:spcPts val="0"/>
              </a:spcBef>
              <a:spcAft>
                <a:spcPts val="0"/>
              </a:spcAft>
              <a:buSzPts val="1400"/>
              <a:buChar char="●"/>
            </a:pPr>
            <a:r>
              <a:rPr lang="en"/>
              <a:t>High risk of unsafe or biased queries</a:t>
            </a:r>
            <a:br>
              <a:rPr lang="en"/>
            </a:br>
            <a:br>
              <a:rPr lang="en"/>
            </a:br>
            <a:endParaRPr/>
          </a:p>
        </p:txBody>
      </p:sp>
      <p:sp>
        <p:nvSpPr>
          <p:cNvPr id="476" name="Google Shape;476;p38"/>
          <p:cNvSpPr txBox="1"/>
          <p:nvPr/>
        </p:nvSpPr>
        <p:spPr>
          <a:xfrm>
            <a:off x="1559850" y="1017725"/>
            <a:ext cx="6024300" cy="35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Inter Medium"/>
                <a:ea typeface="Inter Medium"/>
                <a:cs typeface="Inter Medium"/>
                <a:sym typeface="Inter Medium"/>
              </a:rPr>
              <a:t>Healthcare data is powerful, but inaccessible and risky to use.</a:t>
            </a:r>
            <a:endParaRPr>
              <a:solidFill>
                <a:schemeClr val="dk1"/>
              </a:solidFill>
              <a:latin typeface="Inter Medium"/>
              <a:ea typeface="Inter Medium"/>
              <a:cs typeface="Inter Medium"/>
              <a:sym typeface="Inter Medium"/>
            </a:endParaRPr>
          </a:p>
        </p:txBody>
      </p:sp>
      <p:pic>
        <p:nvPicPr>
          <p:cNvPr id="477" name="Google Shape;477;p38"/>
          <p:cNvPicPr preferRelativeResize="0"/>
          <p:nvPr/>
        </p:nvPicPr>
        <p:blipFill>
          <a:blip r:embed="rId3">
            <a:alphaModFix/>
          </a:blip>
          <a:stretch>
            <a:fillRect/>
          </a:stretch>
        </p:blipFill>
        <p:spPr>
          <a:xfrm>
            <a:off x="1944300" y="3284175"/>
            <a:ext cx="3095850" cy="1741100"/>
          </a:xfrm>
          <a:prstGeom prst="rect">
            <a:avLst/>
          </a:prstGeom>
          <a:noFill/>
          <a:ln>
            <a:noFill/>
          </a:ln>
        </p:spPr>
      </p:pic>
      <p:sp>
        <p:nvSpPr>
          <p:cNvPr id="478" name="Google Shape;478;p38"/>
          <p:cNvSpPr txBox="1"/>
          <p:nvPr/>
        </p:nvSpPr>
        <p:spPr>
          <a:xfrm>
            <a:off x="720000" y="1679625"/>
            <a:ext cx="4014600" cy="22356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Font typeface="Hind"/>
              <a:buChar char="●"/>
            </a:pPr>
            <a:r>
              <a:rPr lang="en">
                <a:solidFill>
                  <a:schemeClr val="dk2"/>
                </a:solidFill>
                <a:latin typeface="Hind"/>
                <a:ea typeface="Hind"/>
                <a:cs typeface="Hind"/>
                <a:sym typeface="Hind"/>
              </a:rPr>
              <a:t>Clinical data analysis depends on manual SQL query development</a:t>
            </a:r>
            <a:endParaRPr>
              <a:solidFill>
                <a:schemeClr val="dk2"/>
              </a:solidFill>
              <a:latin typeface="Hind"/>
              <a:ea typeface="Hind"/>
              <a:cs typeface="Hind"/>
              <a:sym typeface="Hind"/>
            </a:endParaRPr>
          </a:p>
          <a:p>
            <a:pPr indent="-317500" lvl="0" marL="457200" rtl="0" algn="l">
              <a:spcBef>
                <a:spcPts val="0"/>
              </a:spcBef>
              <a:spcAft>
                <a:spcPts val="0"/>
              </a:spcAft>
              <a:buClr>
                <a:schemeClr val="dk2"/>
              </a:buClr>
              <a:buSzPts val="1400"/>
              <a:buFont typeface="Hind"/>
              <a:buChar char="●"/>
            </a:pPr>
            <a:r>
              <a:rPr lang="en">
                <a:solidFill>
                  <a:schemeClr val="dk2"/>
                </a:solidFill>
                <a:latin typeface="Hind"/>
                <a:ea typeface="Hind"/>
                <a:cs typeface="Hind"/>
                <a:sym typeface="Hind"/>
              </a:rPr>
              <a:t>Requires both technical expertise and clinical domain knowledge</a:t>
            </a:r>
            <a:endParaRPr>
              <a:solidFill>
                <a:schemeClr val="dk2"/>
              </a:solidFill>
              <a:latin typeface="Hind"/>
              <a:ea typeface="Hind"/>
              <a:cs typeface="Hind"/>
              <a:sym typeface="Hind"/>
            </a:endParaRPr>
          </a:p>
          <a:p>
            <a:pPr indent="-317500" lvl="0" marL="457200" rtl="0" algn="l">
              <a:spcBef>
                <a:spcPts val="0"/>
              </a:spcBef>
              <a:spcAft>
                <a:spcPts val="0"/>
              </a:spcAft>
              <a:buClr>
                <a:schemeClr val="dk2"/>
              </a:buClr>
              <a:buSzPts val="1400"/>
              <a:buFont typeface="Hind"/>
              <a:buChar char="●"/>
            </a:pPr>
            <a:r>
              <a:rPr lang="en">
                <a:solidFill>
                  <a:schemeClr val="dk2"/>
                </a:solidFill>
                <a:latin typeface="Hind"/>
                <a:ea typeface="Hind"/>
                <a:cs typeface="Hind"/>
                <a:sym typeface="Hind"/>
              </a:rPr>
              <a:t>Relies on coordination between analysts and healthcare professionals</a:t>
            </a:r>
            <a:endParaRPr>
              <a:solidFill>
                <a:schemeClr val="dk2"/>
              </a:solidFill>
              <a:latin typeface="Hind"/>
              <a:ea typeface="Hind"/>
              <a:cs typeface="Hind"/>
              <a:sym typeface="Hind"/>
            </a:endParaRPr>
          </a:p>
          <a:p>
            <a:pPr indent="-317500" lvl="0" marL="457200" rtl="0" algn="l">
              <a:spcBef>
                <a:spcPts val="0"/>
              </a:spcBef>
              <a:spcAft>
                <a:spcPts val="0"/>
              </a:spcAft>
              <a:buClr>
                <a:schemeClr val="dk2"/>
              </a:buClr>
              <a:buSzPts val="1400"/>
              <a:buFont typeface="Hind"/>
              <a:buChar char="●"/>
            </a:pPr>
            <a:r>
              <a:rPr lang="en">
                <a:solidFill>
                  <a:schemeClr val="dk2"/>
                </a:solidFill>
                <a:latin typeface="Hind"/>
                <a:ea typeface="Hind"/>
                <a:cs typeface="Hind"/>
                <a:sym typeface="Hind"/>
              </a:rPr>
              <a:t>Results in slow turnaround times (weeks to months)</a:t>
            </a:r>
            <a:endParaRPr>
              <a:solidFill>
                <a:schemeClr val="dk2"/>
              </a:solidFill>
              <a:latin typeface="Hind"/>
              <a:ea typeface="Hind"/>
              <a:cs typeface="Hind"/>
              <a:sym typeface="Hind"/>
            </a:endParaRPr>
          </a:p>
          <a:p>
            <a:pPr indent="0" lvl="0" marL="457200" rtl="0" algn="l">
              <a:spcBef>
                <a:spcPts val="0"/>
              </a:spcBef>
              <a:spcAft>
                <a:spcPts val="0"/>
              </a:spcAft>
              <a:buNone/>
            </a:pPr>
            <a:r>
              <a:t/>
            </a:r>
            <a:endParaRPr>
              <a:solidFill>
                <a:schemeClr val="dk2"/>
              </a:solidFill>
              <a:latin typeface="Hind"/>
              <a:ea typeface="Hind"/>
              <a:cs typeface="Hind"/>
              <a:sym typeface="Hi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39"/>
          <p:cNvSpPr txBox="1"/>
          <p:nvPr>
            <p:ph type="title"/>
          </p:nvPr>
        </p:nvSpPr>
        <p:spPr>
          <a:xfrm>
            <a:off x="713225" y="539500"/>
            <a:ext cx="4214700" cy="1788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Our Solution </a:t>
            </a:r>
            <a:r>
              <a:rPr lang="en" sz="2000"/>
              <a:t>AI-powered analytics that transforms natural language into secure, actionable insights.</a:t>
            </a:r>
            <a:endParaRPr sz="2000"/>
          </a:p>
        </p:txBody>
      </p:sp>
      <p:sp>
        <p:nvSpPr>
          <p:cNvPr id="484" name="Google Shape;484;p39"/>
          <p:cNvSpPr txBox="1"/>
          <p:nvPr>
            <p:ph idx="1" type="subTitle"/>
          </p:nvPr>
        </p:nvSpPr>
        <p:spPr>
          <a:xfrm>
            <a:off x="406700" y="2327801"/>
            <a:ext cx="4214700" cy="24153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a:t>Ask questions in </a:t>
            </a:r>
            <a:r>
              <a:rPr b="1" lang="en"/>
              <a:t>plain English</a:t>
            </a:r>
            <a:r>
              <a:rPr lang="en"/>
              <a:t>, no SQL required</a:t>
            </a:r>
            <a:endParaRPr/>
          </a:p>
          <a:p>
            <a:pPr indent="-317500" lvl="0" marL="457200" rtl="0" algn="l">
              <a:spcBef>
                <a:spcPts val="0"/>
              </a:spcBef>
              <a:spcAft>
                <a:spcPts val="0"/>
              </a:spcAft>
              <a:buClr>
                <a:schemeClr val="dk2"/>
              </a:buClr>
              <a:buSzPts val="1400"/>
              <a:buChar char="●"/>
            </a:pPr>
            <a:r>
              <a:rPr lang="en"/>
              <a:t>AI converts queries into validated, </a:t>
            </a:r>
            <a:r>
              <a:rPr b="1" lang="en"/>
              <a:t>executable SQL</a:t>
            </a:r>
            <a:endParaRPr b="1"/>
          </a:p>
          <a:p>
            <a:pPr indent="-317500" lvl="0" marL="457200" rtl="0" algn="l">
              <a:spcBef>
                <a:spcPts val="0"/>
              </a:spcBef>
              <a:spcAft>
                <a:spcPts val="0"/>
              </a:spcAft>
              <a:buClr>
                <a:schemeClr val="dk2"/>
              </a:buClr>
              <a:buSzPts val="1400"/>
              <a:buChar char="●"/>
            </a:pPr>
            <a:r>
              <a:rPr lang="en"/>
              <a:t>Built-in </a:t>
            </a:r>
            <a:r>
              <a:rPr b="1" lang="en"/>
              <a:t>role-based access </a:t>
            </a:r>
            <a:r>
              <a:rPr lang="en"/>
              <a:t>control (RBAC) ensures secure data access</a:t>
            </a:r>
            <a:endParaRPr/>
          </a:p>
          <a:p>
            <a:pPr indent="-317500" lvl="0" marL="457200" rtl="0" algn="l">
              <a:spcBef>
                <a:spcPts val="0"/>
              </a:spcBef>
              <a:spcAft>
                <a:spcPts val="0"/>
              </a:spcAft>
              <a:buClr>
                <a:schemeClr val="dk2"/>
              </a:buClr>
              <a:buSzPts val="1400"/>
              <a:buChar char="●"/>
            </a:pPr>
            <a:r>
              <a:rPr lang="en"/>
              <a:t>Returns </a:t>
            </a:r>
            <a:r>
              <a:rPr b="1" lang="en"/>
              <a:t>real-time insights</a:t>
            </a:r>
            <a:r>
              <a:rPr lang="en"/>
              <a:t>, explanations, and structured results</a:t>
            </a:r>
            <a:endParaRPr/>
          </a:p>
          <a:p>
            <a:pPr indent="0" lvl="0" marL="0" rtl="0" algn="l">
              <a:spcBef>
                <a:spcPts val="0"/>
              </a:spcBef>
              <a:spcAft>
                <a:spcPts val="0"/>
              </a:spcAft>
              <a:buNone/>
            </a:pPr>
            <a:r>
              <a:t/>
            </a:r>
            <a:endParaRPr/>
          </a:p>
        </p:txBody>
      </p:sp>
      <p:pic>
        <p:nvPicPr>
          <p:cNvPr id="485" name="Google Shape;485;p39"/>
          <p:cNvPicPr preferRelativeResize="0"/>
          <p:nvPr>
            <p:ph idx="2" type="pic"/>
          </p:nvPr>
        </p:nvPicPr>
        <p:blipFill rotWithShape="1">
          <a:blip r:embed="rId3">
            <a:alphaModFix/>
          </a:blip>
          <a:srcRect b="0" l="28485" r="28485" t="0"/>
          <a:stretch/>
        </p:blipFill>
        <p:spPr>
          <a:xfrm>
            <a:off x="5775325" y="183900"/>
            <a:ext cx="2194800" cy="2869200"/>
          </a:xfrm>
          <a:prstGeom prst="ellipse">
            <a:avLst/>
          </a:prstGeom>
        </p:spPr>
      </p:pic>
      <p:sp>
        <p:nvSpPr>
          <p:cNvPr id="486" name="Google Shape;486;p39"/>
          <p:cNvSpPr txBox="1"/>
          <p:nvPr/>
        </p:nvSpPr>
        <p:spPr>
          <a:xfrm>
            <a:off x="4655425" y="3115950"/>
            <a:ext cx="4434600" cy="182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latin typeface="Hind"/>
                <a:ea typeface="Hind"/>
                <a:cs typeface="Hind"/>
                <a:sym typeface="Hind"/>
              </a:rPr>
              <a:t>What Makes This Unique</a:t>
            </a:r>
            <a:endParaRPr b="1">
              <a:solidFill>
                <a:schemeClr val="dk2"/>
              </a:solidFill>
              <a:latin typeface="Hind"/>
              <a:ea typeface="Hind"/>
              <a:cs typeface="Hind"/>
              <a:sym typeface="Hind"/>
            </a:endParaRPr>
          </a:p>
          <a:p>
            <a:pPr indent="0" lvl="0" marL="0" rtl="0" algn="l">
              <a:spcBef>
                <a:spcPts val="0"/>
              </a:spcBef>
              <a:spcAft>
                <a:spcPts val="0"/>
              </a:spcAft>
              <a:buNone/>
            </a:pPr>
            <a:r>
              <a:t/>
            </a:r>
            <a:endParaRPr>
              <a:solidFill>
                <a:schemeClr val="dk2"/>
              </a:solidFill>
              <a:latin typeface="Hind"/>
              <a:ea typeface="Hind"/>
              <a:cs typeface="Hind"/>
              <a:sym typeface="Hind"/>
            </a:endParaRPr>
          </a:p>
          <a:p>
            <a:pPr indent="-317500" lvl="0" marL="457200" rtl="0" algn="l">
              <a:spcBef>
                <a:spcPts val="0"/>
              </a:spcBef>
              <a:spcAft>
                <a:spcPts val="0"/>
              </a:spcAft>
              <a:buClr>
                <a:schemeClr val="dk2"/>
              </a:buClr>
              <a:buSzPts val="1400"/>
              <a:buFont typeface="Hind"/>
              <a:buChar char="●"/>
            </a:pPr>
            <a:r>
              <a:rPr lang="en">
                <a:solidFill>
                  <a:schemeClr val="dk2"/>
                </a:solidFill>
                <a:latin typeface="Hind"/>
                <a:ea typeface="Hind"/>
                <a:cs typeface="Hind"/>
                <a:sym typeface="Hind"/>
              </a:rPr>
              <a:t>Secure by design: queries validated before execution</a:t>
            </a:r>
            <a:endParaRPr>
              <a:solidFill>
                <a:schemeClr val="dk2"/>
              </a:solidFill>
              <a:latin typeface="Hind"/>
              <a:ea typeface="Hind"/>
              <a:cs typeface="Hind"/>
              <a:sym typeface="Hind"/>
            </a:endParaRPr>
          </a:p>
          <a:p>
            <a:pPr indent="-317500" lvl="0" marL="457200" rtl="0" algn="l">
              <a:spcBef>
                <a:spcPts val="0"/>
              </a:spcBef>
              <a:spcAft>
                <a:spcPts val="0"/>
              </a:spcAft>
              <a:buClr>
                <a:schemeClr val="dk2"/>
              </a:buClr>
              <a:buSzPts val="1400"/>
              <a:buFont typeface="Hind"/>
              <a:buChar char="●"/>
            </a:pPr>
            <a:r>
              <a:rPr lang="en">
                <a:solidFill>
                  <a:schemeClr val="dk2"/>
                </a:solidFill>
                <a:latin typeface="Hind"/>
                <a:ea typeface="Hind"/>
                <a:cs typeface="Hind"/>
                <a:sym typeface="Hind"/>
              </a:rPr>
              <a:t>Permission-aware AI: enforces user roles automatically</a:t>
            </a:r>
            <a:endParaRPr>
              <a:solidFill>
                <a:schemeClr val="dk2"/>
              </a:solidFill>
              <a:latin typeface="Hind"/>
              <a:ea typeface="Hind"/>
              <a:cs typeface="Hind"/>
              <a:sym typeface="Hind"/>
            </a:endParaRPr>
          </a:p>
          <a:p>
            <a:pPr indent="-317500" lvl="0" marL="457200" rtl="0" algn="l">
              <a:spcBef>
                <a:spcPts val="0"/>
              </a:spcBef>
              <a:spcAft>
                <a:spcPts val="0"/>
              </a:spcAft>
              <a:buClr>
                <a:schemeClr val="dk2"/>
              </a:buClr>
              <a:buSzPts val="1400"/>
              <a:buFont typeface="Hind"/>
              <a:buChar char="●"/>
            </a:pPr>
            <a:r>
              <a:rPr lang="en">
                <a:solidFill>
                  <a:schemeClr val="dk2"/>
                </a:solidFill>
                <a:latin typeface="Hind"/>
                <a:ea typeface="Hind"/>
                <a:cs typeface="Hind"/>
                <a:sym typeface="Hind"/>
              </a:rPr>
              <a:t>Transparent: users can view generated SQL</a:t>
            </a:r>
            <a:endParaRPr>
              <a:solidFill>
                <a:schemeClr val="dk2"/>
              </a:solidFill>
              <a:latin typeface="Hind"/>
              <a:ea typeface="Hind"/>
              <a:cs typeface="Hind"/>
              <a:sym typeface="Hind"/>
            </a:endParaRPr>
          </a:p>
          <a:p>
            <a:pPr indent="-317500" lvl="0" marL="457200" rtl="0" algn="l">
              <a:spcBef>
                <a:spcPts val="0"/>
              </a:spcBef>
              <a:spcAft>
                <a:spcPts val="0"/>
              </a:spcAft>
              <a:buClr>
                <a:schemeClr val="dk2"/>
              </a:buClr>
              <a:buSzPts val="1400"/>
              <a:buFont typeface="Hind"/>
              <a:buChar char="●"/>
            </a:pPr>
            <a:r>
              <a:rPr lang="en">
                <a:solidFill>
                  <a:schemeClr val="dk2"/>
                </a:solidFill>
                <a:latin typeface="Hind"/>
                <a:ea typeface="Hind"/>
                <a:cs typeface="Hind"/>
                <a:sym typeface="Hind"/>
              </a:rPr>
              <a:t>Responsible AI: detects bias and sensitive access</a:t>
            </a:r>
            <a:endParaRPr>
              <a:solidFill>
                <a:schemeClr val="dk2"/>
              </a:solidFill>
              <a:latin typeface="Hind"/>
              <a:ea typeface="Hind"/>
              <a:cs typeface="Hind"/>
              <a:sym typeface="Hind"/>
            </a:endParaRPr>
          </a:p>
          <a:p>
            <a:pPr indent="0" lvl="0" marL="0" rtl="0" algn="l">
              <a:spcBef>
                <a:spcPts val="0"/>
              </a:spcBef>
              <a:spcAft>
                <a:spcPts val="0"/>
              </a:spcAft>
              <a:buNone/>
            </a:pPr>
            <a:r>
              <a:t/>
            </a:r>
            <a:endParaRPr>
              <a:solidFill>
                <a:schemeClr val="dk2"/>
              </a:solidFill>
              <a:latin typeface="Hind"/>
              <a:ea typeface="Hind"/>
              <a:cs typeface="Hind"/>
              <a:sym typeface="Hi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40"/>
          <p:cNvSpPr txBox="1"/>
          <p:nvPr>
            <p:ph type="title"/>
          </p:nvPr>
        </p:nvSpPr>
        <p:spPr>
          <a:xfrm>
            <a:off x="720000" y="2806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n"/>
              <a:t>System Architecture - Full Pipeline</a:t>
            </a:r>
            <a:endParaRPr/>
          </a:p>
        </p:txBody>
      </p:sp>
      <p:sp>
        <p:nvSpPr>
          <p:cNvPr id="492" name="Google Shape;492;p40"/>
          <p:cNvSpPr txBox="1"/>
          <p:nvPr>
            <p:ph idx="2" type="subTitle"/>
          </p:nvPr>
        </p:nvSpPr>
        <p:spPr>
          <a:xfrm>
            <a:off x="1168525" y="1248069"/>
            <a:ext cx="2640000" cy="2849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[Azure Static Web]</a:t>
            </a:r>
            <a:endParaRPr/>
          </a:p>
          <a:p>
            <a:pPr indent="0" lvl="0" marL="0" rtl="0" algn="ctr">
              <a:spcBef>
                <a:spcPts val="0"/>
              </a:spcBef>
              <a:spcAft>
                <a:spcPts val="0"/>
              </a:spcAft>
              <a:buNone/>
            </a:pPr>
            <a:r>
              <a:rPr lang="en"/>
              <a:t>Client Tier</a:t>
            </a:r>
            <a:endParaRPr/>
          </a:p>
          <a:p>
            <a:pPr indent="0" lvl="0" marL="0" rtl="0" algn="ctr">
              <a:spcBef>
                <a:spcPts val="0"/>
              </a:spcBef>
              <a:spcAft>
                <a:spcPts val="0"/>
              </a:spcAft>
              <a:buNone/>
            </a:pPr>
            <a:r>
              <a:rPr lang="en"/>
              <a:t>React Frontend</a:t>
            </a:r>
            <a:endParaRPr/>
          </a:p>
          <a:p>
            <a:pPr indent="0" lvl="0" marL="0" rtl="0" algn="ctr">
              <a:spcBef>
                <a:spcPts val="0"/>
              </a:spcBef>
              <a:spcAft>
                <a:spcPts val="0"/>
              </a:spcAft>
              <a:buNone/>
            </a:pPr>
            <a:r>
              <a:rPr lang="en"/>
              <a:t> ↓</a:t>
            </a:r>
            <a:endParaRPr/>
          </a:p>
          <a:p>
            <a:pPr indent="0" lvl="0" marL="0" rtl="0" algn="ctr">
              <a:spcBef>
                <a:spcPts val="0"/>
              </a:spcBef>
              <a:spcAft>
                <a:spcPts val="0"/>
              </a:spcAft>
              <a:buNone/>
            </a:pPr>
            <a:r>
              <a:rPr lang="en"/>
              <a:t>[Azure App Service]</a:t>
            </a:r>
            <a:endParaRPr/>
          </a:p>
          <a:p>
            <a:pPr indent="0" lvl="0" marL="0" rtl="0" algn="ctr">
              <a:spcBef>
                <a:spcPts val="0"/>
              </a:spcBef>
              <a:spcAft>
                <a:spcPts val="0"/>
              </a:spcAft>
              <a:buNone/>
            </a:pPr>
            <a:r>
              <a:rPr lang="en"/>
              <a:t>API Tier</a:t>
            </a:r>
            <a:endParaRPr/>
          </a:p>
          <a:p>
            <a:pPr indent="0" lvl="0" marL="0" rtl="0" algn="ctr">
              <a:spcBef>
                <a:spcPts val="0"/>
              </a:spcBef>
              <a:spcAft>
                <a:spcPts val="0"/>
              </a:spcAft>
              <a:buNone/>
            </a:pPr>
            <a:r>
              <a:rPr lang="en"/>
              <a:t>FastAPI Backend</a:t>
            </a:r>
            <a:endParaRPr/>
          </a:p>
          <a:p>
            <a:pPr indent="0" lvl="0" marL="0" rtl="0" algn="ctr">
              <a:spcBef>
                <a:spcPts val="0"/>
              </a:spcBef>
              <a:spcAft>
                <a:spcPts val="0"/>
              </a:spcAft>
              <a:buNone/>
            </a:pPr>
            <a:r>
              <a:rPr lang="en"/>
              <a:t> ↓</a:t>
            </a:r>
            <a:endParaRPr/>
          </a:p>
          <a:p>
            <a:pPr indent="0" lvl="0" marL="0" rtl="0" algn="ctr">
              <a:spcBef>
                <a:spcPts val="0"/>
              </a:spcBef>
              <a:spcAft>
                <a:spcPts val="0"/>
              </a:spcAft>
              <a:buNone/>
            </a:pPr>
            <a:r>
              <a:rPr lang="en"/>
              <a:t>Connected Azure Services</a:t>
            </a:r>
            <a:endParaRPr/>
          </a:p>
          <a:p>
            <a:pPr indent="0" lvl="0" marL="0" rtl="0" algn="ctr">
              <a:spcBef>
                <a:spcPts val="0"/>
              </a:spcBef>
              <a:spcAft>
                <a:spcPts val="0"/>
              </a:spcAft>
              <a:buNone/>
            </a:pPr>
            <a:r>
              <a:rPr lang="en"/>
              <a:t>[ Azure OpenAI ]   </a:t>
            </a:r>
            <a:br>
              <a:rPr lang="en"/>
            </a:br>
            <a:r>
              <a:rPr lang="en"/>
              <a:t>[ Content Safety ]</a:t>
            </a:r>
            <a:endParaRPr/>
          </a:p>
          <a:p>
            <a:pPr indent="0" lvl="0" marL="0" rtl="0" algn="ctr">
              <a:spcBef>
                <a:spcPts val="0"/>
              </a:spcBef>
              <a:spcAft>
                <a:spcPts val="0"/>
              </a:spcAft>
              <a:buNone/>
            </a:pPr>
            <a:r>
              <a:rPr lang="en"/>
              <a:t>[ Azure SQL DB ]  </a:t>
            </a:r>
            <a:br>
              <a:rPr lang="en"/>
            </a:br>
            <a:r>
              <a:rPr lang="en"/>
              <a:t> [ Redis Cache ]</a:t>
            </a:r>
            <a:endParaRPr/>
          </a:p>
          <a:p>
            <a:pPr indent="0" lvl="0" marL="0" rtl="0" algn="ctr">
              <a:spcBef>
                <a:spcPts val="0"/>
              </a:spcBef>
              <a:spcAft>
                <a:spcPts val="0"/>
              </a:spcAft>
              <a:buNone/>
            </a:pPr>
            <a:r>
              <a:rPr lang="en"/>
              <a:t> ↓</a:t>
            </a:r>
            <a:endParaRPr/>
          </a:p>
          <a:p>
            <a:pPr indent="0" lvl="0" marL="0" rtl="0" algn="ctr">
              <a:spcBef>
                <a:spcPts val="0"/>
              </a:spcBef>
              <a:spcAft>
                <a:spcPts val="0"/>
              </a:spcAft>
              <a:buNone/>
            </a:pPr>
            <a:r>
              <a:rPr lang="en"/>
              <a:t>Results + Visualizations</a:t>
            </a:r>
            <a:endParaRPr/>
          </a:p>
        </p:txBody>
      </p:sp>
      <p:sp>
        <p:nvSpPr>
          <p:cNvPr id="493" name="Google Shape;493;p40"/>
          <p:cNvSpPr txBox="1"/>
          <p:nvPr>
            <p:ph idx="3" type="subTitle"/>
          </p:nvPr>
        </p:nvSpPr>
        <p:spPr>
          <a:xfrm>
            <a:off x="619525" y="853288"/>
            <a:ext cx="3738000" cy="558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System Flow Diagram</a:t>
            </a:r>
            <a:endParaRPr/>
          </a:p>
        </p:txBody>
      </p:sp>
      <p:sp>
        <p:nvSpPr>
          <p:cNvPr id="494" name="Google Shape;494;p40"/>
          <p:cNvSpPr txBox="1"/>
          <p:nvPr/>
        </p:nvSpPr>
        <p:spPr>
          <a:xfrm>
            <a:off x="4864525" y="2106825"/>
            <a:ext cx="3788400" cy="10467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Hind"/>
              <a:buChar char="●"/>
            </a:pPr>
            <a:r>
              <a:rPr lang="en">
                <a:latin typeface="Hind"/>
                <a:ea typeface="Hind"/>
                <a:cs typeface="Hind"/>
                <a:sym typeface="Hind"/>
              </a:rPr>
              <a:t>Multi-layer SQL validation (8+ checks)</a:t>
            </a:r>
            <a:endParaRPr>
              <a:latin typeface="Hind"/>
              <a:ea typeface="Hind"/>
              <a:cs typeface="Hind"/>
              <a:sym typeface="Hind"/>
            </a:endParaRPr>
          </a:p>
          <a:p>
            <a:pPr indent="-317500" lvl="0" marL="457200" rtl="0" algn="l">
              <a:spcBef>
                <a:spcPts val="0"/>
              </a:spcBef>
              <a:spcAft>
                <a:spcPts val="0"/>
              </a:spcAft>
              <a:buSzPts val="1400"/>
              <a:buFont typeface="Hind"/>
              <a:buChar char="●"/>
            </a:pPr>
            <a:r>
              <a:rPr lang="en">
                <a:latin typeface="Hind"/>
                <a:ea typeface="Hind"/>
                <a:cs typeface="Hind"/>
                <a:sym typeface="Hind"/>
              </a:rPr>
              <a:t>Role-based access control (RBAC) enforced before execution</a:t>
            </a:r>
            <a:endParaRPr>
              <a:latin typeface="Hind"/>
              <a:ea typeface="Hind"/>
              <a:cs typeface="Hind"/>
              <a:sym typeface="Hind"/>
            </a:endParaRPr>
          </a:p>
          <a:p>
            <a:pPr indent="-317500" lvl="0" marL="457200" rtl="0" algn="l">
              <a:spcBef>
                <a:spcPts val="0"/>
              </a:spcBef>
              <a:spcAft>
                <a:spcPts val="0"/>
              </a:spcAft>
              <a:buSzPts val="1400"/>
              <a:buFont typeface="Hind"/>
              <a:buChar char="●"/>
            </a:pPr>
            <a:r>
              <a:rPr lang="en">
                <a:latin typeface="Hind"/>
                <a:ea typeface="Hind"/>
                <a:cs typeface="Hind"/>
                <a:sym typeface="Hind"/>
              </a:rPr>
              <a:t>Built-in bias detection and audit logging</a:t>
            </a:r>
            <a:endParaRPr>
              <a:latin typeface="Hind"/>
              <a:ea typeface="Hind"/>
              <a:cs typeface="Hind"/>
              <a:sym typeface="Hind"/>
            </a:endParaRPr>
          </a:p>
        </p:txBody>
      </p:sp>
      <p:sp>
        <p:nvSpPr>
          <p:cNvPr id="495" name="Google Shape;495;p40"/>
          <p:cNvSpPr txBox="1"/>
          <p:nvPr/>
        </p:nvSpPr>
        <p:spPr>
          <a:xfrm>
            <a:off x="5424000" y="1552725"/>
            <a:ext cx="300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Inter Medium"/>
                <a:ea typeface="Inter Medium"/>
                <a:cs typeface="Inter Medium"/>
                <a:sym typeface="Inter Medium"/>
              </a:rPr>
              <a:t>Behind the Scenes</a:t>
            </a:r>
            <a:endParaRPr sz="2400">
              <a:solidFill>
                <a:schemeClr val="dk1"/>
              </a:solidFill>
              <a:latin typeface="Inter Medium"/>
              <a:ea typeface="Inter Medium"/>
              <a:cs typeface="Inter Medium"/>
              <a:sym typeface="Inter Medium"/>
            </a:endParaRPr>
          </a:p>
        </p:txBody>
      </p:sp>
      <p:pic>
        <p:nvPicPr>
          <p:cNvPr descr="File:Microsoft Azure Logo.svg - Wikimedia Commons" id="496" name="Google Shape;496;p40"/>
          <p:cNvPicPr preferRelativeResize="0"/>
          <p:nvPr/>
        </p:nvPicPr>
        <p:blipFill>
          <a:blip r:embed="rId3">
            <a:alphaModFix/>
          </a:blip>
          <a:stretch>
            <a:fillRect/>
          </a:stretch>
        </p:blipFill>
        <p:spPr>
          <a:xfrm>
            <a:off x="3951475" y="3153525"/>
            <a:ext cx="4798576" cy="1387100"/>
          </a:xfrm>
          <a:prstGeom prst="rect">
            <a:avLst/>
          </a:prstGeom>
          <a:noFill/>
          <a:ln>
            <a:noFill/>
          </a:ln>
        </p:spPr>
      </p:pic>
      <p:sp>
        <p:nvSpPr>
          <p:cNvPr id="497" name="Google Shape;497;p40"/>
          <p:cNvSpPr/>
          <p:nvPr/>
        </p:nvSpPr>
        <p:spPr>
          <a:xfrm>
            <a:off x="4205663" y="1248063"/>
            <a:ext cx="892200" cy="8922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498" name="Google Shape;498;p40"/>
          <p:cNvSpPr/>
          <p:nvPr/>
        </p:nvSpPr>
        <p:spPr>
          <a:xfrm>
            <a:off x="4125888" y="1248063"/>
            <a:ext cx="892200" cy="8922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499" name="Google Shape;499;p40"/>
          <p:cNvSpPr/>
          <p:nvPr/>
        </p:nvSpPr>
        <p:spPr>
          <a:xfrm>
            <a:off x="4205650" y="1248063"/>
            <a:ext cx="892200" cy="8922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nvGrpSpPr>
          <p:cNvPr id="500" name="Google Shape;500;p40"/>
          <p:cNvGrpSpPr/>
          <p:nvPr/>
        </p:nvGrpSpPr>
        <p:grpSpPr>
          <a:xfrm>
            <a:off x="4403508" y="1481415"/>
            <a:ext cx="425520" cy="425520"/>
            <a:chOff x="5647680" y="4067550"/>
            <a:chExt cx="425520" cy="425520"/>
          </a:xfrm>
        </p:grpSpPr>
        <p:sp>
          <p:nvSpPr>
            <p:cNvPr id="501" name="Google Shape;501;p40"/>
            <p:cNvSpPr/>
            <p:nvPr/>
          </p:nvSpPr>
          <p:spPr>
            <a:xfrm>
              <a:off x="5647680" y="4067550"/>
              <a:ext cx="425520" cy="396360"/>
            </a:xfrm>
            <a:custGeom>
              <a:rect b="b" l="l" r="r" t="t"/>
              <a:pathLst>
                <a:path extrusionOk="0" h="1101" w="1182">
                  <a:moveTo>
                    <a:pt x="1166" y="794"/>
                  </a:moveTo>
                  <a:lnTo>
                    <a:pt x="989" y="617"/>
                  </a:lnTo>
                  <a:cubicBezTo>
                    <a:pt x="1032" y="560"/>
                    <a:pt x="1058" y="492"/>
                    <a:pt x="1065" y="421"/>
                  </a:cubicBezTo>
                  <a:cubicBezTo>
                    <a:pt x="1074" y="334"/>
                    <a:pt x="1052" y="246"/>
                    <a:pt x="1004" y="173"/>
                  </a:cubicBezTo>
                  <a:cubicBezTo>
                    <a:pt x="999" y="165"/>
                    <a:pt x="988" y="163"/>
                    <a:pt x="980" y="168"/>
                  </a:cubicBezTo>
                  <a:cubicBezTo>
                    <a:pt x="972" y="173"/>
                    <a:pt x="970" y="184"/>
                    <a:pt x="975" y="192"/>
                  </a:cubicBezTo>
                  <a:cubicBezTo>
                    <a:pt x="1066" y="330"/>
                    <a:pt x="1047" y="515"/>
                    <a:pt x="930" y="631"/>
                  </a:cubicBezTo>
                  <a:cubicBezTo>
                    <a:pt x="794" y="768"/>
                    <a:pt x="572" y="768"/>
                    <a:pt x="435" y="631"/>
                  </a:cubicBezTo>
                  <a:cubicBezTo>
                    <a:pt x="299" y="495"/>
                    <a:pt x="299" y="273"/>
                    <a:pt x="435" y="137"/>
                  </a:cubicBezTo>
                  <a:cubicBezTo>
                    <a:pt x="572" y="0"/>
                    <a:pt x="794" y="0"/>
                    <a:pt x="930" y="137"/>
                  </a:cubicBezTo>
                  <a:lnTo>
                    <a:pt x="931" y="138"/>
                  </a:lnTo>
                  <a:cubicBezTo>
                    <a:pt x="938" y="144"/>
                    <a:pt x="949" y="144"/>
                    <a:pt x="955" y="138"/>
                  </a:cubicBezTo>
                  <a:cubicBezTo>
                    <a:pt x="962" y="131"/>
                    <a:pt x="962" y="120"/>
                    <a:pt x="956" y="113"/>
                  </a:cubicBezTo>
                  <a:lnTo>
                    <a:pt x="955" y="112"/>
                  </a:lnTo>
                  <a:cubicBezTo>
                    <a:pt x="805" y="-38"/>
                    <a:pt x="561" y="-38"/>
                    <a:pt x="411" y="112"/>
                  </a:cubicBezTo>
                  <a:cubicBezTo>
                    <a:pt x="406" y="117"/>
                    <a:pt x="402" y="122"/>
                    <a:pt x="397" y="127"/>
                  </a:cubicBezTo>
                  <a:lnTo>
                    <a:pt x="17" y="127"/>
                  </a:lnTo>
                  <a:cubicBezTo>
                    <a:pt x="7" y="127"/>
                    <a:pt x="0" y="134"/>
                    <a:pt x="0" y="144"/>
                  </a:cubicBezTo>
                  <a:lnTo>
                    <a:pt x="0" y="220"/>
                  </a:lnTo>
                  <a:cubicBezTo>
                    <a:pt x="0" y="230"/>
                    <a:pt x="7" y="238"/>
                    <a:pt x="17" y="238"/>
                  </a:cubicBezTo>
                  <a:cubicBezTo>
                    <a:pt x="27" y="238"/>
                    <a:pt x="34" y="230"/>
                    <a:pt x="34" y="220"/>
                  </a:cubicBezTo>
                  <a:lnTo>
                    <a:pt x="34" y="161"/>
                  </a:lnTo>
                  <a:lnTo>
                    <a:pt x="370" y="161"/>
                  </a:lnTo>
                  <a:cubicBezTo>
                    <a:pt x="356" y="180"/>
                    <a:pt x="345" y="199"/>
                    <a:pt x="335" y="219"/>
                  </a:cubicBezTo>
                  <a:lnTo>
                    <a:pt x="120" y="219"/>
                  </a:lnTo>
                  <a:cubicBezTo>
                    <a:pt x="110" y="219"/>
                    <a:pt x="102" y="228"/>
                    <a:pt x="102" y="237"/>
                  </a:cubicBezTo>
                  <a:cubicBezTo>
                    <a:pt x="102" y="247"/>
                    <a:pt x="110" y="254"/>
                    <a:pt x="120" y="254"/>
                  </a:cubicBezTo>
                  <a:lnTo>
                    <a:pt x="321" y="254"/>
                  </a:lnTo>
                  <a:cubicBezTo>
                    <a:pt x="316" y="268"/>
                    <a:pt x="312" y="282"/>
                    <a:pt x="309" y="296"/>
                  </a:cubicBezTo>
                  <a:lnTo>
                    <a:pt x="120" y="296"/>
                  </a:lnTo>
                  <a:cubicBezTo>
                    <a:pt x="110" y="296"/>
                    <a:pt x="102" y="305"/>
                    <a:pt x="102" y="314"/>
                  </a:cubicBezTo>
                  <a:cubicBezTo>
                    <a:pt x="102" y="324"/>
                    <a:pt x="110" y="331"/>
                    <a:pt x="120" y="331"/>
                  </a:cubicBezTo>
                  <a:lnTo>
                    <a:pt x="302" y="331"/>
                  </a:lnTo>
                  <a:cubicBezTo>
                    <a:pt x="300" y="345"/>
                    <a:pt x="299" y="359"/>
                    <a:pt x="299" y="373"/>
                  </a:cubicBezTo>
                  <a:lnTo>
                    <a:pt x="120" y="373"/>
                  </a:lnTo>
                  <a:cubicBezTo>
                    <a:pt x="110" y="373"/>
                    <a:pt x="102" y="382"/>
                    <a:pt x="102" y="391"/>
                  </a:cubicBezTo>
                  <a:cubicBezTo>
                    <a:pt x="102" y="401"/>
                    <a:pt x="110" y="408"/>
                    <a:pt x="120" y="408"/>
                  </a:cubicBezTo>
                  <a:lnTo>
                    <a:pt x="299" y="408"/>
                  </a:lnTo>
                  <a:cubicBezTo>
                    <a:pt x="303" y="458"/>
                    <a:pt x="315" y="508"/>
                    <a:pt x="338" y="554"/>
                  </a:cubicBezTo>
                  <a:lnTo>
                    <a:pt x="309" y="554"/>
                  </a:lnTo>
                  <a:cubicBezTo>
                    <a:pt x="299" y="554"/>
                    <a:pt x="292" y="562"/>
                    <a:pt x="292" y="572"/>
                  </a:cubicBezTo>
                  <a:lnTo>
                    <a:pt x="292" y="1084"/>
                  </a:lnTo>
                  <a:cubicBezTo>
                    <a:pt x="292" y="1094"/>
                    <a:pt x="299" y="1101"/>
                    <a:pt x="309" y="1101"/>
                  </a:cubicBezTo>
                  <a:lnTo>
                    <a:pt x="448" y="1101"/>
                  </a:lnTo>
                  <a:cubicBezTo>
                    <a:pt x="457" y="1101"/>
                    <a:pt x="465" y="1094"/>
                    <a:pt x="465" y="1084"/>
                  </a:cubicBezTo>
                  <a:lnTo>
                    <a:pt x="465" y="701"/>
                  </a:lnTo>
                  <a:cubicBezTo>
                    <a:pt x="480" y="711"/>
                    <a:pt x="497" y="721"/>
                    <a:pt x="513" y="729"/>
                  </a:cubicBezTo>
                  <a:lnTo>
                    <a:pt x="513" y="1084"/>
                  </a:lnTo>
                  <a:cubicBezTo>
                    <a:pt x="513" y="1094"/>
                    <a:pt x="521" y="1101"/>
                    <a:pt x="531" y="1101"/>
                  </a:cubicBezTo>
                  <a:lnTo>
                    <a:pt x="669" y="1101"/>
                  </a:lnTo>
                  <a:cubicBezTo>
                    <a:pt x="679" y="1101"/>
                    <a:pt x="686" y="1094"/>
                    <a:pt x="686" y="1084"/>
                  </a:cubicBezTo>
                  <a:lnTo>
                    <a:pt x="686" y="768"/>
                  </a:lnTo>
                  <a:cubicBezTo>
                    <a:pt x="700" y="768"/>
                    <a:pt x="713" y="767"/>
                    <a:pt x="727" y="766"/>
                  </a:cubicBezTo>
                  <a:lnTo>
                    <a:pt x="727" y="1033"/>
                  </a:lnTo>
                  <a:cubicBezTo>
                    <a:pt x="727" y="1043"/>
                    <a:pt x="735" y="1050"/>
                    <a:pt x="744" y="1050"/>
                  </a:cubicBezTo>
                  <a:cubicBezTo>
                    <a:pt x="754" y="1050"/>
                    <a:pt x="762" y="1043"/>
                    <a:pt x="762" y="1033"/>
                  </a:cubicBezTo>
                  <a:lnTo>
                    <a:pt x="762" y="760"/>
                  </a:lnTo>
                  <a:cubicBezTo>
                    <a:pt x="816" y="749"/>
                    <a:pt x="869" y="725"/>
                    <a:pt x="915" y="690"/>
                  </a:cubicBezTo>
                  <a:lnTo>
                    <a:pt x="1093" y="868"/>
                  </a:lnTo>
                  <a:cubicBezTo>
                    <a:pt x="1103" y="877"/>
                    <a:pt x="1116" y="883"/>
                    <a:pt x="1130" y="883"/>
                  </a:cubicBezTo>
                  <a:cubicBezTo>
                    <a:pt x="1144" y="883"/>
                    <a:pt x="1157" y="877"/>
                    <a:pt x="1166" y="868"/>
                  </a:cubicBezTo>
                  <a:cubicBezTo>
                    <a:pt x="1187" y="847"/>
                    <a:pt x="1187" y="814"/>
                    <a:pt x="1166" y="794"/>
                  </a:cubicBezTo>
                  <a:moveTo>
                    <a:pt x="430" y="1067"/>
                  </a:moveTo>
                  <a:lnTo>
                    <a:pt x="326" y="1067"/>
                  </a:lnTo>
                  <a:lnTo>
                    <a:pt x="326" y="589"/>
                  </a:lnTo>
                  <a:lnTo>
                    <a:pt x="358" y="589"/>
                  </a:lnTo>
                  <a:cubicBezTo>
                    <a:pt x="373" y="613"/>
                    <a:pt x="390" y="635"/>
                    <a:pt x="411" y="656"/>
                  </a:cubicBezTo>
                  <a:cubicBezTo>
                    <a:pt x="417" y="662"/>
                    <a:pt x="424" y="668"/>
                    <a:pt x="430" y="674"/>
                  </a:cubicBezTo>
                  <a:lnTo>
                    <a:pt x="430" y="1067"/>
                  </a:lnTo>
                  <a:moveTo>
                    <a:pt x="548" y="1067"/>
                  </a:moveTo>
                  <a:lnTo>
                    <a:pt x="548" y="744"/>
                  </a:lnTo>
                  <a:cubicBezTo>
                    <a:pt x="582" y="756"/>
                    <a:pt x="617" y="764"/>
                    <a:pt x="652" y="767"/>
                  </a:cubicBezTo>
                  <a:lnTo>
                    <a:pt x="652" y="1067"/>
                  </a:lnTo>
                  <a:lnTo>
                    <a:pt x="548" y="1067"/>
                  </a:lnTo>
                  <a:moveTo>
                    <a:pt x="1142" y="843"/>
                  </a:moveTo>
                  <a:cubicBezTo>
                    <a:pt x="1139" y="846"/>
                    <a:pt x="1135" y="848"/>
                    <a:pt x="1130" y="848"/>
                  </a:cubicBezTo>
                  <a:cubicBezTo>
                    <a:pt x="1126" y="848"/>
                    <a:pt x="1121" y="846"/>
                    <a:pt x="1117" y="843"/>
                  </a:cubicBezTo>
                  <a:lnTo>
                    <a:pt x="942" y="668"/>
                  </a:lnTo>
                  <a:cubicBezTo>
                    <a:pt x="946" y="664"/>
                    <a:pt x="951" y="660"/>
                    <a:pt x="955" y="656"/>
                  </a:cubicBezTo>
                  <a:cubicBezTo>
                    <a:pt x="960" y="652"/>
                    <a:pt x="963" y="648"/>
                    <a:pt x="967" y="643"/>
                  </a:cubicBezTo>
                  <a:lnTo>
                    <a:pt x="1142" y="819"/>
                  </a:lnTo>
                  <a:cubicBezTo>
                    <a:pt x="1149" y="825"/>
                    <a:pt x="1149" y="836"/>
                    <a:pt x="1142" y="843"/>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502" name="Google Shape;502;p40"/>
            <p:cNvSpPr/>
            <p:nvPr/>
          </p:nvSpPr>
          <p:spPr>
            <a:xfrm>
              <a:off x="5647680" y="4167630"/>
              <a:ext cx="273960" cy="325440"/>
            </a:xfrm>
            <a:custGeom>
              <a:rect b="b" l="l" r="r" t="t"/>
              <a:pathLst>
                <a:path extrusionOk="0" h="904" w="761">
                  <a:moveTo>
                    <a:pt x="744" y="812"/>
                  </a:moveTo>
                  <a:cubicBezTo>
                    <a:pt x="735" y="812"/>
                    <a:pt x="727" y="820"/>
                    <a:pt x="727" y="830"/>
                  </a:cubicBezTo>
                  <a:lnTo>
                    <a:pt x="727" y="869"/>
                  </a:lnTo>
                  <a:lnTo>
                    <a:pt x="34" y="869"/>
                  </a:lnTo>
                  <a:lnTo>
                    <a:pt x="34" y="18"/>
                  </a:lnTo>
                  <a:cubicBezTo>
                    <a:pt x="34" y="8"/>
                    <a:pt x="27" y="0"/>
                    <a:pt x="17" y="0"/>
                  </a:cubicBezTo>
                  <a:cubicBezTo>
                    <a:pt x="7" y="0"/>
                    <a:pt x="0" y="8"/>
                    <a:pt x="0" y="18"/>
                  </a:cubicBezTo>
                  <a:lnTo>
                    <a:pt x="0" y="886"/>
                  </a:lnTo>
                  <a:cubicBezTo>
                    <a:pt x="0" y="896"/>
                    <a:pt x="7" y="904"/>
                    <a:pt x="17" y="904"/>
                  </a:cubicBezTo>
                  <a:lnTo>
                    <a:pt x="744" y="904"/>
                  </a:lnTo>
                  <a:cubicBezTo>
                    <a:pt x="754" y="904"/>
                    <a:pt x="761" y="896"/>
                    <a:pt x="761" y="886"/>
                  </a:cubicBezTo>
                  <a:lnTo>
                    <a:pt x="761" y="830"/>
                  </a:lnTo>
                  <a:cubicBezTo>
                    <a:pt x="761" y="820"/>
                    <a:pt x="754" y="812"/>
                    <a:pt x="744" y="812"/>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503" name="Google Shape;503;p40"/>
            <p:cNvSpPr/>
            <p:nvPr/>
          </p:nvSpPr>
          <p:spPr>
            <a:xfrm>
              <a:off x="5674680" y="4317030"/>
              <a:ext cx="62280" cy="146880"/>
            </a:xfrm>
            <a:custGeom>
              <a:rect b="b" l="l" r="r" t="t"/>
              <a:pathLst>
                <a:path extrusionOk="0" h="408" w="173">
                  <a:moveTo>
                    <a:pt x="0" y="17"/>
                  </a:moveTo>
                  <a:lnTo>
                    <a:pt x="0" y="391"/>
                  </a:lnTo>
                  <a:cubicBezTo>
                    <a:pt x="0" y="401"/>
                    <a:pt x="7" y="408"/>
                    <a:pt x="17" y="408"/>
                  </a:cubicBezTo>
                  <a:lnTo>
                    <a:pt x="156" y="408"/>
                  </a:lnTo>
                  <a:cubicBezTo>
                    <a:pt x="165" y="408"/>
                    <a:pt x="173" y="401"/>
                    <a:pt x="173" y="391"/>
                  </a:cubicBezTo>
                  <a:lnTo>
                    <a:pt x="173" y="17"/>
                  </a:lnTo>
                  <a:cubicBezTo>
                    <a:pt x="173" y="7"/>
                    <a:pt x="165" y="0"/>
                    <a:pt x="156" y="0"/>
                  </a:cubicBezTo>
                  <a:lnTo>
                    <a:pt x="17" y="0"/>
                  </a:lnTo>
                  <a:cubicBezTo>
                    <a:pt x="7" y="0"/>
                    <a:pt x="0" y="7"/>
                    <a:pt x="0" y="17"/>
                  </a:cubicBezTo>
                  <a:moveTo>
                    <a:pt x="34" y="34"/>
                  </a:moveTo>
                  <a:lnTo>
                    <a:pt x="138" y="34"/>
                  </a:lnTo>
                  <a:lnTo>
                    <a:pt x="138" y="374"/>
                  </a:lnTo>
                  <a:lnTo>
                    <a:pt x="34" y="374"/>
                  </a:lnTo>
                  <a:lnTo>
                    <a:pt x="34" y="34"/>
                  </a:ln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504" name="Google Shape;504;p40"/>
            <p:cNvSpPr/>
            <p:nvPr/>
          </p:nvSpPr>
          <p:spPr>
            <a:xfrm>
              <a:off x="5684400" y="4229550"/>
              <a:ext cx="59400" cy="12600"/>
            </a:xfrm>
            <a:custGeom>
              <a:rect b="b" l="l" r="r" t="t"/>
              <a:pathLst>
                <a:path extrusionOk="0" h="35" w="165">
                  <a:moveTo>
                    <a:pt x="147" y="35"/>
                  </a:moveTo>
                  <a:cubicBezTo>
                    <a:pt x="157" y="35"/>
                    <a:pt x="165" y="28"/>
                    <a:pt x="165" y="18"/>
                  </a:cubicBezTo>
                  <a:cubicBezTo>
                    <a:pt x="165" y="9"/>
                    <a:pt x="157" y="0"/>
                    <a:pt x="147" y="0"/>
                  </a:cubicBezTo>
                  <a:lnTo>
                    <a:pt x="18" y="0"/>
                  </a:lnTo>
                  <a:cubicBezTo>
                    <a:pt x="8" y="0"/>
                    <a:pt x="0" y="9"/>
                    <a:pt x="0" y="18"/>
                  </a:cubicBezTo>
                  <a:cubicBezTo>
                    <a:pt x="0" y="28"/>
                    <a:pt x="8" y="35"/>
                    <a:pt x="18" y="35"/>
                  </a:cubicBezTo>
                  <a:lnTo>
                    <a:pt x="147" y="35"/>
                  </a:ln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505" name="Google Shape;505;p40"/>
            <p:cNvSpPr/>
            <p:nvPr/>
          </p:nvSpPr>
          <p:spPr>
            <a:xfrm>
              <a:off x="5780160" y="4092390"/>
              <a:ext cx="226800" cy="226800"/>
            </a:xfrm>
            <a:custGeom>
              <a:rect b="b" l="l" r="r" t="t"/>
              <a:pathLst>
                <a:path extrusionOk="0" h="630" w="630">
                  <a:moveTo>
                    <a:pt x="315" y="0"/>
                  </a:moveTo>
                  <a:cubicBezTo>
                    <a:pt x="231" y="0"/>
                    <a:pt x="151" y="33"/>
                    <a:pt x="92" y="92"/>
                  </a:cubicBezTo>
                  <a:cubicBezTo>
                    <a:pt x="33" y="152"/>
                    <a:pt x="0" y="231"/>
                    <a:pt x="0" y="315"/>
                  </a:cubicBezTo>
                  <a:cubicBezTo>
                    <a:pt x="0" y="399"/>
                    <a:pt x="33" y="478"/>
                    <a:pt x="92" y="538"/>
                  </a:cubicBezTo>
                  <a:cubicBezTo>
                    <a:pt x="151" y="597"/>
                    <a:pt x="231" y="630"/>
                    <a:pt x="315" y="630"/>
                  </a:cubicBezTo>
                  <a:cubicBezTo>
                    <a:pt x="399" y="630"/>
                    <a:pt x="479" y="598"/>
                    <a:pt x="538" y="538"/>
                  </a:cubicBezTo>
                  <a:cubicBezTo>
                    <a:pt x="598" y="479"/>
                    <a:pt x="630" y="399"/>
                    <a:pt x="630" y="315"/>
                  </a:cubicBezTo>
                  <a:cubicBezTo>
                    <a:pt x="630" y="231"/>
                    <a:pt x="597" y="152"/>
                    <a:pt x="538" y="92"/>
                  </a:cubicBezTo>
                  <a:cubicBezTo>
                    <a:pt x="478" y="33"/>
                    <a:pt x="399" y="0"/>
                    <a:pt x="315" y="0"/>
                  </a:cubicBezTo>
                  <a:moveTo>
                    <a:pt x="513" y="513"/>
                  </a:moveTo>
                  <a:cubicBezTo>
                    <a:pt x="460" y="566"/>
                    <a:pt x="390" y="595"/>
                    <a:pt x="315" y="595"/>
                  </a:cubicBezTo>
                  <a:cubicBezTo>
                    <a:pt x="240" y="595"/>
                    <a:pt x="169" y="566"/>
                    <a:pt x="116" y="513"/>
                  </a:cubicBezTo>
                  <a:cubicBezTo>
                    <a:pt x="64" y="460"/>
                    <a:pt x="34" y="390"/>
                    <a:pt x="34" y="315"/>
                  </a:cubicBezTo>
                  <a:cubicBezTo>
                    <a:pt x="34" y="240"/>
                    <a:pt x="64" y="170"/>
                    <a:pt x="116" y="117"/>
                  </a:cubicBezTo>
                  <a:cubicBezTo>
                    <a:pt x="171" y="62"/>
                    <a:pt x="243" y="35"/>
                    <a:pt x="315" y="35"/>
                  </a:cubicBezTo>
                  <a:cubicBezTo>
                    <a:pt x="387" y="35"/>
                    <a:pt x="458" y="62"/>
                    <a:pt x="513" y="117"/>
                  </a:cubicBezTo>
                  <a:cubicBezTo>
                    <a:pt x="566" y="170"/>
                    <a:pt x="595" y="240"/>
                    <a:pt x="595" y="315"/>
                  </a:cubicBezTo>
                  <a:cubicBezTo>
                    <a:pt x="595" y="390"/>
                    <a:pt x="566" y="460"/>
                    <a:pt x="513" y="513"/>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n"/>
              <a:t>Security &amp; Responsible AI</a:t>
            </a:r>
            <a:endParaRPr/>
          </a:p>
        </p:txBody>
      </p:sp>
      <p:sp>
        <p:nvSpPr>
          <p:cNvPr id="511" name="Google Shape;511;p41"/>
          <p:cNvSpPr txBox="1"/>
          <p:nvPr>
            <p:ph idx="1" type="subTitle"/>
          </p:nvPr>
        </p:nvSpPr>
        <p:spPr>
          <a:xfrm>
            <a:off x="515825" y="2472150"/>
            <a:ext cx="3850800" cy="2077200"/>
          </a:xfrm>
          <a:prstGeom prst="rect">
            <a:avLst/>
          </a:prstGeom>
        </p:spPr>
        <p:txBody>
          <a:bodyPr anchorCtr="0" anchor="t" bIns="91425" lIns="91425" spcFirstLastPara="1" rIns="91425" wrap="square" tIns="91425">
            <a:noAutofit/>
          </a:bodyPr>
          <a:lstStyle/>
          <a:p>
            <a:pPr indent="-317500" lvl="0" marL="457200" rtl="0" algn="ctr">
              <a:spcBef>
                <a:spcPts val="0"/>
              </a:spcBef>
              <a:spcAft>
                <a:spcPts val="0"/>
              </a:spcAft>
              <a:buSzPts val="1400"/>
              <a:buChar char="●"/>
            </a:pPr>
            <a:r>
              <a:rPr lang="en"/>
              <a:t>Role-Based Access Control </a:t>
            </a:r>
            <a:r>
              <a:rPr b="1" lang="en"/>
              <a:t>(RBAC)</a:t>
            </a:r>
            <a:r>
              <a:rPr lang="en"/>
              <a:t> restricts data by user role</a:t>
            </a:r>
            <a:endParaRPr/>
          </a:p>
          <a:p>
            <a:pPr indent="-317500" lvl="0" marL="457200" rtl="0" algn="ctr">
              <a:spcBef>
                <a:spcPts val="0"/>
              </a:spcBef>
              <a:spcAft>
                <a:spcPts val="0"/>
              </a:spcAft>
              <a:buSzPts val="1400"/>
              <a:buChar char="●"/>
            </a:pPr>
            <a:r>
              <a:rPr lang="en"/>
              <a:t>Queries are </a:t>
            </a:r>
            <a:r>
              <a:rPr b="1" lang="en"/>
              <a:t>validated</a:t>
            </a:r>
            <a:r>
              <a:rPr lang="en"/>
              <a:t> before execution (multi-layer SQL checks)</a:t>
            </a:r>
            <a:endParaRPr/>
          </a:p>
          <a:p>
            <a:pPr indent="-317500" lvl="0" marL="457200" rtl="0" algn="ctr">
              <a:spcBef>
                <a:spcPts val="0"/>
              </a:spcBef>
              <a:spcAft>
                <a:spcPts val="0"/>
              </a:spcAft>
              <a:buSzPts val="1400"/>
              <a:buChar char="●"/>
            </a:pPr>
            <a:r>
              <a:rPr lang="en"/>
              <a:t>Uses </a:t>
            </a:r>
            <a:r>
              <a:rPr b="1" lang="en"/>
              <a:t>read-only database</a:t>
            </a:r>
            <a:r>
              <a:rPr lang="en"/>
              <a:t> connections to prevent data modification</a:t>
            </a:r>
            <a:endParaRPr/>
          </a:p>
          <a:p>
            <a:pPr indent="-317500" lvl="0" marL="457200" rtl="0" algn="ctr">
              <a:spcBef>
                <a:spcPts val="0"/>
              </a:spcBef>
              <a:spcAft>
                <a:spcPts val="0"/>
              </a:spcAft>
              <a:buSzPts val="1400"/>
              <a:buChar char="●"/>
            </a:pPr>
            <a:r>
              <a:rPr lang="en"/>
              <a:t>Enforces </a:t>
            </a:r>
            <a:r>
              <a:rPr b="1" lang="en"/>
              <a:t>column-level and role-level access restrictions</a:t>
            </a:r>
            <a:endParaRPr b="1"/>
          </a:p>
        </p:txBody>
      </p:sp>
      <p:sp>
        <p:nvSpPr>
          <p:cNvPr id="512" name="Google Shape;512;p41"/>
          <p:cNvSpPr txBox="1"/>
          <p:nvPr>
            <p:ph idx="3" type="subTitle"/>
          </p:nvPr>
        </p:nvSpPr>
        <p:spPr>
          <a:xfrm>
            <a:off x="4864525" y="2472150"/>
            <a:ext cx="4149300" cy="2077200"/>
          </a:xfrm>
          <a:prstGeom prst="rect">
            <a:avLst/>
          </a:prstGeom>
        </p:spPr>
        <p:txBody>
          <a:bodyPr anchorCtr="0" anchor="t" bIns="91425" lIns="91425" spcFirstLastPara="1" rIns="91425" wrap="square" tIns="91425">
            <a:noAutofit/>
          </a:bodyPr>
          <a:lstStyle/>
          <a:p>
            <a:pPr indent="-317500" lvl="0" marL="457200" rtl="0" algn="ctr">
              <a:spcBef>
                <a:spcPts val="0"/>
              </a:spcBef>
              <a:spcAft>
                <a:spcPts val="0"/>
              </a:spcAft>
              <a:buSzPts val="1400"/>
              <a:buChar char="●"/>
            </a:pPr>
            <a:r>
              <a:rPr b="1" lang="en"/>
              <a:t>Content safety filtering</a:t>
            </a:r>
            <a:r>
              <a:rPr lang="en"/>
              <a:t> blocks harmful or unsafe inputs</a:t>
            </a:r>
            <a:endParaRPr/>
          </a:p>
          <a:p>
            <a:pPr indent="-317500" lvl="0" marL="457200" rtl="0" algn="ctr">
              <a:spcBef>
                <a:spcPts val="0"/>
              </a:spcBef>
              <a:spcAft>
                <a:spcPts val="0"/>
              </a:spcAft>
              <a:buSzPts val="1400"/>
              <a:buChar char="●"/>
            </a:pPr>
            <a:r>
              <a:rPr lang="en"/>
              <a:t>Sensitivity classification (GREEN/AMBER/RED)</a:t>
            </a:r>
            <a:endParaRPr/>
          </a:p>
          <a:p>
            <a:pPr indent="-317500" lvl="0" marL="457200" rtl="0" algn="ctr">
              <a:spcBef>
                <a:spcPts val="0"/>
              </a:spcBef>
              <a:spcAft>
                <a:spcPts val="0"/>
              </a:spcAft>
              <a:buSzPts val="1400"/>
              <a:buChar char="●"/>
            </a:pPr>
            <a:r>
              <a:rPr b="1" lang="en"/>
              <a:t>Bias detection</a:t>
            </a:r>
            <a:r>
              <a:rPr lang="en"/>
              <a:t> flags demographic disparities (&gt;20%)</a:t>
            </a:r>
            <a:endParaRPr/>
          </a:p>
          <a:p>
            <a:pPr indent="-317500" lvl="0" marL="457200" rtl="0" algn="ctr">
              <a:spcBef>
                <a:spcPts val="0"/>
              </a:spcBef>
              <a:spcAft>
                <a:spcPts val="0"/>
              </a:spcAft>
              <a:buSzPts val="1400"/>
              <a:buChar char="●"/>
            </a:pPr>
            <a:r>
              <a:rPr lang="en"/>
              <a:t>Transparency, users can view generated SQL</a:t>
            </a:r>
            <a:endParaRPr/>
          </a:p>
          <a:p>
            <a:pPr indent="-317500" lvl="0" marL="457200" rtl="0" algn="ctr">
              <a:spcBef>
                <a:spcPts val="0"/>
              </a:spcBef>
              <a:spcAft>
                <a:spcPts val="0"/>
              </a:spcAft>
              <a:buSzPts val="1400"/>
              <a:buChar char="●"/>
            </a:pPr>
            <a:r>
              <a:rPr b="1" lang="en"/>
              <a:t>Audit logging</a:t>
            </a:r>
            <a:r>
              <a:rPr lang="en"/>
              <a:t> tracks all queries for accountability</a:t>
            </a:r>
            <a:endParaRPr/>
          </a:p>
        </p:txBody>
      </p:sp>
      <p:sp>
        <p:nvSpPr>
          <p:cNvPr id="513" name="Google Shape;513;p41"/>
          <p:cNvSpPr txBox="1"/>
          <p:nvPr>
            <p:ph idx="4" type="subTitle"/>
          </p:nvPr>
        </p:nvSpPr>
        <p:spPr>
          <a:xfrm>
            <a:off x="1378925" y="1612388"/>
            <a:ext cx="2175300" cy="990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Security by Design</a:t>
            </a:r>
            <a:endParaRPr/>
          </a:p>
        </p:txBody>
      </p:sp>
      <p:sp>
        <p:nvSpPr>
          <p:cNvPr id="514" name="Google Shape;514;p41"/>
          <p:cNvSpPr txBox="1"/>
          <p:nvPr>
            <p:ph idx="6" type="subTitle"/>
          </p:nvPr>
        </p:nvSpPr>
        <p:spPr>
          <a:xfrm>
            <a:off x="5746500" y="1306425"/>
            <a:ext cx="2677500" cy="1274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Responsible AI Implementation</a:t>
            </a:r>
            <a:endParaRPr/>
          </a:p>
        </p:txBody>
      </p:sp>
      <p:sp>
        <p:nvSpPr>
          <p:cNvPr id="515" name="Google Shape;515;p41"/>
          <p:cNvSpPr txBox="1"/>
          <p:nvPr/>
        </p:nvSpPr>
        <p:spPr>
          <a:xfrm>
            <a:off x="856350" y="1050000"/>
            <a:ext cx="7431300" cy="365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1200"/>
              </a:spcAft>
              <a:buNone/>
            </a:pPr>
            <a:r>
              <a:rPr lang="en" sz="1700">
                <a:solidFill>
                  <a:schemeClr val="dk1"/>
                </a:solidFill>
                <a:latin typeface="Inter SemiBold"/>
                <a:ea typeface="Inter SemiBold"/>
                <a:cs typeface="Inter SemiBold"/>
                <a:sym typeface="Inter SemiBold"/>
              </a:rPr>
              <a:t>Built with safety, compliance, and trust at every step of the pipeline.</a:t>
            </a:r>
            <a:endParaRPr sz="1700">
              <a:solidFill>
                <a:schemeClr val="dk1"/>
              </a:solidFill>
              <a:latin typeface="Inter SemiBold"/>
              <a:ea typeface="Inter SemiBold"/>
              <a:cs typeface="Inter SemiBold"/>
              <a:sym typeface="Inter SemiBold"/>
            </a:endParaRPr>
          </a:p>
        </p:txBody>
      </p:sp>
      <p:pic>
        <p:nvPicPr>
          <p:cNvPr id="516" name="Google Shape;516;p41"/>
          <p:cNvPicPr preferRelativeResize="0"/>
          <p:nvPr/>
        </p:nvPicPr>
        <p:blipFill>
          <a:blip r:embed="rId3">
            <a:alphaModFix/>
          </a:blip>
          <a:stretch>
            <a:fillRect/>
          </a:stretch>
        </p:blipFill>
        <p:spPr>
          <a:xfrm>
            <a:off x="3986843" y="1508538"/>
            <a:ext cx="1170300" cy="11982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42"/>
          <p:cNvSpPr txBox="1"/>
          <p:nvPr>
            <p:ph type="title"/>
          </p:nvPr>
        </p:nvSpPr>
        <p:spPr>
          <a:xfrm>
            <a:off x="720000" y="2979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n"/>
              <a:t>Live Demo</a:t>
            </a:r>
            <a:endParaRPr/>
          </a:p>
        </p:txBody>
      </p:sp>
      <p:sp>
        <p:nvSpPr>
          <p:cNvPr id="522" name="Google Shape;522;p42"/>
          <p:cNvSpPr/>
          <p:nvPr/>
        </p:nvSpPr>
        <p:spPr>
          <a:xfrm>
            <a:off x="6068045" y="1503825"/>
            <a:ext cx="892200" cy="8922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nvGrpSpPr>
          <p:cNvPr id="523" name="Google Shape;523;p42"/>
          <p:cNvGrpSpPr/>
          <p:nvPr/>
        </p:nvGrpSpPr>
        <p:grpSpPr>
          <a:xfrm>
            <a:off x="3215795" y="4177615"/>
            <a:ext cx="425520" cy="425520"/>
            <a:chOff x="5647680" y="4067550"/>
            <a:chExt cx="425520" cy="425520"/>
          </a:xfrm>
        </p:grpSpPr>
        <p:sp>
          <p:nvSpPr>
            <p:cNvPr id="524" name="Google Shape;524;p42"/>
            <p:cNvSpPr/>
            <p:nvPr/>
          </p:nvSpPr>
          <p:spPr>
            <a:xfrm>
              <a:off x="5647680" y="4067550"/>
              <a:ext cx="425520" cy="396360"/>
            </a:xfrm>
            <a:custGeom>
              <a:rect b="b" l="l" r="r" t="t"/>
              <a:pathLst>
                <a:path extrusionOk="0" h="1101" w="1182">
                  <a:moveTo>
                    <a:pt x="1166" y="794"/>
                  </a:moveTo>
                  <a:lnTo>
                    <a:pt x="989" y="617"/>
                  </a:lnTo>
                  <a:cubicBezTo>
                    <a:pt x="1032" y="560"/>
                    <a:pt x="1058" y="492"/>
                    <a:pt x="1065" y="421"/>
                  </a:cubicBezTo>
                  <a:cubicBezTo>
                    <a:pt x="1074" y="334"/>
                    <a:pt x="1052" y="246"/>
                    <a:pt x="1004" y="173"/>
                  </a:cubicBezTo>
                  <a:cubicBezTo>
                    <a:pt x="999" y="165"/>
                    <a:pt x="988" y="163"/>
                    <a:pt x="980" y="168"/>
                  </a:cubicBezTo>
                  <a:cubicBezTo>
                    <a:pt x="972" y="173"/>
                    <a:pt x="970" y="184"/>
                    <a:pt x="975" y="192"/>
                  </a:cubicBezTo>
                  <a:cubicBezTo>
                    <a:pt x="1066" y="330"/>
                    <a:pt x="1047" y="515"/>
                    <a:pt x="930" y="631"/>
                  </a:cubicBezTo>
                  <a:cubicBezTo>
                    <a:pt x="794" y="768"/>
                    <a:pt x="572" y="768"/>
                    <a:pt x="435" y="631"/>
                  </a:cubicBezTo>
                  <a:cubicBezTo>
                    <a:pt x="299" y="495"/>
                    <a:pt x="299" y="273"/>
                    <a:pt x="435" y="137"/>
                  </a:cubicBezTo>
                  <a:cubicBezTo>
                    <a:pt x="572" y="0"/>
                    <a:pt x="794" y="0"/>
                    <a:pt x="930" y="137"/>
                  </a:cubicBezTo>
                  <a:lnTo>
                    <a:pt x="931" y="138"/>
                  </a:lnTo>
                  <a:cubicBezTo>
                    <a:pt x="938" y="144"/>
                    <a:pt x="949" y="144"/>
                    <a:pt x="955" y="138"/>
                  </a:cubicBezTo>
                  <a:cubicBezTo>
                    <a:pt x="962" y="131"/>
                    <a:pt x="962" y="120"/>
                    <a:pt x="956" y="113"/>
                  </a:cubicBezTo>
                  <a:lnTo>
                    <a:pt x="955" y="112"/>
                  </a:lnTo>
                  <a:cubicBezTo>
                    <a:pt x="805" y="-38"/>
                    <a:pt x="561" y="-38"/>
                    <a:pt x="411" y="112"/>
                  </a:cubicBezTo>
                  <a:cubicBezTo>
                    <a:pt x="406" y="117"/>
                    <a:pt x="402" y="122"/>
                    <a:pt x="397" y="127"/>
                  </a:cubicBezTo>
                  <a:lnTo>
                    <a:pt x="17" y="127"/>
                  </a:lnTo>
                  <a:cubicBezTo>
                    <a:pt x="7" y="127"/>
                    <a:pt x="0" y="134"/>
                    <a:pt x="0" y="144"/>
                  </a:cubicBezTo>
                  <a:lnTo>
                    <a:pt x="0" y="220"/>
                  </a:lnTo>
                  <a:cubicBezTo>
                    <a:pt x="0" y="230"/>
                    <a:pt x="7" y="238"/>
                    <a:pt x="17" y="238"/>
                  </a:cubicBezTo>
                  <a:cubicBezTo>
                    <a:pt x="27" y="238"/>
                    <a:pt x="34" y="230"/>
                    <a:pt x="34" y="220"/>
                  </a:cubicBezTo>
                  <a:lnTo>
                    <a:pt x="34" y="161"/>
                  </a:lnTo>
                  <a:lnTo>
                    <a:pt x="370" y="161"/>
                  </a:lnTo>
                  <a:cubicBezTo>
                    <a:pt x="356" y="180"/>
                    <a:pt x="345" y="199"/>
                    <a:pt x="335" y="219"/>
                  </a:cubicBezTo>
                  <a:lnTo>
                    <a:pt x="120" y="219"/>
                  </a:lnTo>
                  <a:cubicBezTo>
                    <a:pt x="110" y="219"/>
                    <a:pt x="102" y="228"/>
                    <a:pt x="102" y="237"/>
                  </a:cubicBezTo>
                  <a:cubicBezTo>
                    <a:pt x="102" y="247"/>
                    <a:pt x="110" y="254"/>
                    <a:pt x="120" y="254"/>
                  </a:cubicBezTo>
                  <a:lnTo>
                    <a:pt x="321" y="254"/>
                  </a:lnTo>
                  <a:cubicBezTo>
                    <a:pt x="316" y="268"/>
                    <a:pt x="312" y="282"/>
                    <a:pt x="309" y="296"/>
                  </a:cubicBezTo>
                  <a:lnTo>
                    <a:pt x="120" y="296"/>
                  </a:lnTo>
                  <a:cubicBezTo>
                    <a:pt x="110" y="296"/>
                    <a:pt x="102" y="305"/>
                    <a:pt x="102" y="314"/>
                  </a:cubicBezTo>
                  <a:cubicBezTo>
                    <a:pt x="102" y="324"/>
                    <a:pt x="110" y="331"/>
                    <a:pt x="120" y="331"/>
                  </a:cubicBezTo>
                  <a:lnTo>
                    <a:pt x="302" y="331"/>
                  </a:lnTo>
                  <a:cubicBezTo>
                    <a:pt x="300" y="345"/>
                    <a:pt x="299" y="359"/>
                    <a:pt x="299" y="373"/>
                  </a:cubicBezTo>
                  <a:lnTo>
                    <a:pt x="120" y="373"/>
                  </a:lnTo>
                  <a:cubicBezTo>
                    <a:pt x="110" y="373"/>
                    <a:pt x="102" y="382"/>
                    <a:pt x="102" y="391"/>
                  </a:cubicBezTo>
                  <a:cubicBezTo>
                    <a:pt x="102" y="401"/>
                    <a:pt x="110" y="408"/>
                    <a:pt x="120" y="408"/>
                  </a:cubicBezTo>
                  <a:lnTo>
                    <a:pt x="299" y="408"/>
                  </a:lnTo>
                  <a:cubicBezTo>
                    <a:pt x="303" y="458"/>
                    <a:pt x="315" y="508"/>
                    <a:pt x="338" y="554"/>
                  </a:cubicBezTo>
                  <a:lnTo>
                    <a:pt x="309" y="554"/>
                  </a:lnTo>
                  <a:cubicBezTo>
                    <a:pt x="299" y="554"/>
                    <a:pt x="292" y="562"/>
                    <a:pt x="292" y="572"/>
                  </a:cubicBezTo>
                  <a:lnTo>
                    <a:pt x="292" y="1084"/>
                  </a:lnTo>
                  <a:cubicBezTo>
                    <a:pt x="292" y="1094"/>
                    <a:pt x="299" y="1101"/>
                    <a:pt x="309" y="1101"/>
                  </a:cubicBezTo>
                  <a:lnTo>
                    <a:pt x="448" y="1101"/>
                  </a:lnTo>
                  <a:cubicBezTo>
                    <a:pt x="457" y="1101"/>
                    <a:pt x="465" y="1094"/>
                    <a:pt x="465" y="1084"/>
                  </a:cubicBezTo>
                  <a:lnTo>
                    <a:pt x="465" y="701"/>
                  </a:lnTo>
                  <a:cubicBezTo>
                    <a:pt x="480" y="711"/>
                    <a:pt x="497" y="721"/>
                    <a:pt x="513" y="729"/>
                  </a:cubicBezTo>
                  <a:lnTo>
                    <a:pt x="513" y="1084"/>
                  </a:lnTo>
                  <a:cubicBezTo>
                    <a:pt x="513" y="1094"/>
                    <a:pt x="521" y="1101"/>
                    <a:pt x="531" y="1101"/>
                  </a:cubicBezTo>
                  <a:lnTo>
                    <a:pt x="669" y="1101"/>
                  </a:lnTo>
                  <a:cubicBezTo>
                    <a:pt x="679" y="1101"/>
                    <a:pt x="686" y="1094"/>
                    <a:pt x="686" y="1084"/>
                  </a:cubicBezTo>
                  <a:lnTo>
                    <a:pt x="686" y="768"/>
                  </a:lnTo>
                  <a:cubicBezTo>
                    <a:pt x="700" y="768"/>
                    <a:pt x="713" y="767"/>
                    <a:pt x="727" y="766"/>
                  </a:cubicBezTo>
                  <a:lnTo>
                    <a:pt x="727" y="1033"/>
                  </a:lnTo>
                  <a:cubicBezTo>
                    <a:pt x="727" y="1043"/>
                    <a:pt x="735" y="1050"/>
                    <a:pt x="744" y="1050"/>
                  </a:cubicBezTo>
                  <a:cubicBezTo>
                    <a:pt x="754" y="1050"/>
                    <a:pt x="762" y="1043"/>
                    <a:pt x="762" y="1033"/>
                  </a:cubicBezTo>
                  <a:lnTo>
                    <a:pt x="762" y="760"/>
                  </a:lnTo>
                  <a:cubicBezTo>
                    <a:pt x="816" y="749"/>
                    <a:pt x="869" y="725"/>
                    <a:pt x="915" y="690"/>
                  </a:cubicBezTo>
                  <a:lnTo>
                    <a:pt x="1093" y="868"/>
                  </a:lnTo>
                  <a:cubicBezTo>
                    <a:pt x="1103" y="877"/>
                    <a:pt x="1116" y="883"/>
                    <a:pt x="1130" y="883"/>
                  </a:cubicBezTo>
                  <a:cubicBezTo>
                    <a:pt x="1144" y="883"/>
                    <a:pt x="1157" y="877"/>
                    <a:pt x="1166" y="868"/>
                  </a:cubicBezTo>
                  <a:cubicBezTo>
                    <a:pt x="1187" y="847"/>
                    <a:pt x="1187" y="814"/>
                    <a:pt x="1166" y="794"/>
                  </a:cubicBezTo>
                  <a:moveTo>
                    <a:pt x="430" y="1067"/>
                  </a:moveTo>
                  <a:lnTo>
                    <a:pt x="326" y="1067"/>
                  </a:lnTo>
                  <a:lnTo>
                    <a:pt x="326" y="589"/>
                  </a:lnTo>
                  <a:lnTo>
                    <a:pt x="358" y="589"/>
                  </a:lnTo>
                  <a:cubicBezTo>
                    <a:pt x="373" y="613"/>
                    <a:pt x="390" y="635"/>
                    <a:pt x="411" y="656"/>
                  </a:cubicBezTo>
                  <a:cubicBezTo>
                    <a:pt x="417" y="662"/>
                    <a:pt x="424" y="668"/>
                    <a:pt x="430" y="674"/>
                  </a:cubicBezTo>
                  <a:lnTo>
                    <a:pt x="430" y="1067"/>
                  </a:lnTo>
                  <a:moveTo>
                    <a:pt x="548" y="1067"/>
                  </a:moveTo>
                  <a:lnTo>
                    <a:pt x="548" y="744"/>
                  </a:lnTo>
                  <a:cubicBezTo>
                    <a:pt x="582" y="756"/>
                    <a:pt x="617" y="764"/>
                    <a:pt x="652" y="767"/>
                  </a:cubicBezTo>
                  <a:lnTo>
                    <a:pt x="652" y="1067"/>
                  </a:lnTo>
                  <a:lnTo>
                    <a:pt x="548" y="1067"/>
                  </a:lnTo>
                  <a:moveTo>
                    <a:pt x="1142" y="843"/>
                  </a:moveTo>
                  <a:cubicBezTo>
                    <a:pt x="1139" y="846"/>
                    <a:pt x="1135" y="848"/>
                    <a:pt x="1130" y="848"/>
                  </a:cubicBezTo>
                  <a:cubicBezTo>
                    <a:pt x="1126" y="848"/>
                    <a:pt x="1121" y="846"/>
                    <a:pt x="1117" y="843"/>
                  </a:cubicBezTo>
                  <a:lnTo>
                    <a:pt x="942" y="668"/>
                  </a:lnTo>
                  <a:cubicBezTo>
                    <a:pt x="946" y="664"/>
                    <a:pt x="951" y="660"/>
                    <a:pt x="955" y="656"/>
                  </a:cubicBezTo>
                  <a:cubicBezTo>
                    <a:pt x="960" y="652"/>
                    <a:pt x="963" y="648"/>
                    <a:pt x="967" y="643"/>
                  </a:cubicBezTo>
                  <a:lnTo>
                    <a:pt x="1142" y="819"/>
                  </a:lnTo>
                  <a:cubicBezTo>
                    <a:pt x="1149" y="825"/>
                    <a:pt x="1149" y="836"/>
                    <a:pt x="1142" y="843"/>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525" name="Google Shape;525;p42"/>
            <p:cNvSpPr/>
            <p:nvPr/>
          </p:nvSpPr>
          <p:spPr>
            <a:xfrm>
              <a:off x="5647680" y="4167630"/>
              <a:ext cx="273960" cy="325440"/>
            </a:xfrm>
            <a:custGeom>
              <a:rect b="b" l="l" r="r" t="t"/>
              <a:pathLst>
                <a:path extrusionOk="0" h="904" w="761">
                  <a:moveTo>
                    <a:pt x="744" y="812"/>
                  </a:moveTo>
                  <a:cubicBezTo>
                    <a:pt x="735" y="812"/>
                    <a:pt x="727" y="820"/>
                    <a:pt x="727" y="830"/>
                  </a:cubicBezTo>
                  <a:lnTo>
                    <a:pt x="727" y="869"/>
                  </a:lnTo>
                  <a:lnTo>
                    <a:pt x="34" y="869"/>
                  </a:lnTo>
                  <a:lnTo>
                    <a:pt x="34" y="18"/>
                  </a:lnTo>
                  <a:cubicBezTo>
                    <a:pt x="34" y="8"/>
                    <a:pt x="27" y="0"/>
                    <a:pt x="17" y="0"/>
                  </a:cubicBezTo>
                  <a:cubicBezTo>
                    <a:pt x="7" y="0"/>
                    <a:pt x="0" y="8"/>
                    <a:pt x="0" y="18"/>
                  </a:cubicBezTo>
                  <a:lnTo>
                    <a:pt x="0" y="886"/>
                  </a:lnTo>
                  <a:cubicBezTo>
                    <a:pt x="0" y="896"/>
                    <a:pt x="7" y="904"/>
                    <a:pt x="17" y="904"/>
                  </a:cubicBezTo>
                  <a:lnTo>
                    <a:pt x="744" y="904"/>
                  </a:lnTo>
                  <a:cubicBezTo>
                    <a:pt x="754" y="904"/>
                    <a:pt x="761" y="896"/>
                    <a:pt x="761" y="886"/>
                  </a:cubicBezTo>
                  <a:lnTo>
                    <a:pt x="761" y="830"/>
                  </a:lnTo>
                  <a:cubicBezTo>
                    <a:pt x="761" y="820"/>
                    <a:pt x="754" y="812"/>
                    <a:pt x="744" y="812"/>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526" name="Google Shape;526;p42"/>
            <p:cNvSpPr/>
            <p:nvPr/>
          </p:nvSpPr>
          <p:spPr>
            <a:xfrm>
              <a:off x="5674680" y="4317030"/>
              <a:ext cx="62280" cy="146880"/>
            </a:xfrm>
            <a:custGeom>
              <a:rect b="b" l="l" r="r" t="t"/>
              <a:pathLst>
                <a:path extrusionOk="0" h="408" w="173">
                  <a:moveTo>
                    <a:pt x="0" y="17"/>
                  </a:moveTo>
                  <a:lnTo>
                    <a:pt x="0" y="391"/>
                  </a:lnTo>
                  <a:cubicBezTo>
                    <a:pt x="0" y="401"/>
                    <a:pt x="7" y="408"/>
                    <a:pt x="17" y="408"/>
                  </a:cubicBezTo>
                  <a:lnTo>
                    <a:pt x="156" y="408"/>
                  </a:lnTo>
                  <a:cubicBezTo>
                    <a:pt x="165" y="408"/>
                    <a:pt x="173" y="401"/>
                    <a:pt x="173" y="391"/>
                  </a:cubicBezTo>
                  <a:lnTo>
                    <a:pt x="173" y="17"/>
                  </a:lnTo>
                  <a:cubicBezTo>
                    <a:pt x="173" y="7"/>
                    <a:pt x="165" y="0"/>
                    <a:pt x="156" y="0"/>
                  </a:cubicBezTo>
                  <a:lnTo>
                    <a:pt x="17" y="0"/>
                  </a:lnTo>
                  <a:cubicBezTo>
                    <a:pt x="7" y="0"/>
                    <a:pt x="0" y="7"/>
                    <a:pt x="0" y="17"/>
                  </a:cubicBezTo>
                  <a:moveTo>
                    <a:pt x="34" y="34"/>
                  </a:moveTo>
                  <a:lnTo>
                    <a:pt x="138" y="34"/>
                  </a:lnTo>
                  <a:lnTo>
                    <a:pt x="138" y="374"/>
                  </a:lnTo>
                  <a:lnTo>
                    <a:pt x="34" y="374"/>
                  </a:lnTo>
                  <a:lnTo>
                    <a:pt x="34" y="34"/>
                  </a:ln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527" name="Google Shape;527;p42"/>
            <p:cNvSpPr/>
            <p:nvPr/>
          </p:nvSpPr>
          <p:spPr>
            <a:xfrm>
              <a:off x="5684400" y="4229550"/>
              <a:ext cx="59400" cy="12600"/>
            </a:xfrm>
            <a:custGeom>
              <a:rect b="b" l="l" r="r" t="t"/>
              <a:pathLst>
                <a:path extrusionOk="0" h="35" w="165">
                  <a:moveTo>
                    <a:pt x="147" y="35"/>
                  </a:moveTo>
                  <a:cubicBezTo>
                    <a:pt x="157" y="35"/>
                    <a:pt x="165" y="28"/>
                    <a:pt x="165" y="18"/>
                  </a:cubicBezTo>
                  <a:cubicBezTo>
                    <a:pt x="165" y="9"/>
                    <a:pt x="157" y="0"/>
                    <a:pt x="147" y="0"/>
                  </a:cubicBezTo>
                  <a:lnTo>
                    <a:pt x="18" y="0"/>
                  </a:lnTo>
                  <a:cubicBezTo>
                    <a:pt x="8" y="0"/>
                    <a:pt x="0" y="9"/>
                    <a:pt x="0" y="18"/>
                  </a:cubicBezTo>
                  <a:cubicBezTo>
                    <a:pt x="0" y="28"/>
                    <a:pt x="8" y="35"/>
                    <a:pt x="18" y="35"/>
                  </a:cubicBezTo>
                  <a:lnTo>
                    <a:pt x="147" y="35"/>
                  </a:ln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528" name="Google Shape;528;p42"/>
            <p:cNvSpPr/>
            <p:nvPr/>
          </p:nvSpPr>
          <p:spPr>
            <a:xfrm>
              <a:off x="5780160" y="4092390"/>
              <a:ext cx="226800" cy="226800"/>
            </a:xfrm>
            <a:custGeom>
              <a:rect b="b" l="l" r="r" t="t"/>
              <a:pathLst>
                <a:path extrusionOk="0" h="630" w="630">
                  <a:moveTo>
                    <a:pt x="315" y="0"/>
                  </a:moveTo>
                  <a:cubicBezTo>
                    <a:pt x="231" y="0"/>
                    <a:pt x="151" y="33"/>
                    <a:pt x="92" y="92"/>
                  </a:cubicBezTo>
                  <a:cubicBezTo>
                    <a:pt x="33" y="152"/>
                    <a:pt x="0" y="231"/>
                    <a:pt x="0" y="315"/>
                  </a:cubicBezTo>
                  <a:cubicBezTo>
                    <a:pt x="0" y="399"/>
                    <a:pt x="33" y="478"/>
                    <a:pt x="92" y="538"/>
                  </a:cubicBezTo>
                  <a:cubicBezTo>
                    <a:pt x="151" y="597"/>
                    <a:pt x="231" y="630"/>
                    <a:pt x="315" y="630"/>
                  </a:cubicBezTo>
                  <a:cubicBezTo>
                    <a:pt x="399" y="630"/>
                    <a:pt x="479" y="598"/>
                    <a:pt x="538" y="538"/>
                  </a:cubicBezTo>
                  <a:cubicBezTo>
                    <a:pt x="598" y="479"/>
                    <a:pt x="630" y="399"/>
                    <a:pt x="630" y="315"/>
                  </a:cubicBezTo>
                  <a:cubicBezTo>
                    <a:pt x="630" y="231"/>
                    <a:pt x="597" y="152"/>
                    <a:pt x="538" y="92"/>
                  </a:cubicBezTo>
                  <a:cubicBezTo>
                    <a:pt x="478" y="33"/>
                    <a:pt x="399" y="0"/>
                    <a:pt x="315" y="0"/>
                  </a:cubicBezTo>
                  <a:moveTo>
                    <a:pt x="513" y="513"/>
                  </a:moveTo>
                  <a:cubicBezTo>
                    <a:pt x="460" y="566"/>
                    <a:pt x="390" y="595"/>
                    <a:pt x="315" y="595"/>
                  </a:cubicBezTo>
                  <a:cubicBezTo>
                    <a:pt x="240" y="595"/>
                    <a:pt x="169" y="566"/>
                    <a:pt x="116" y="513"/>
                  </a:cubicBezTo>
                  <a:cubicBezTo>
                    <a:pt x="64" y="460"/>
                    <a:pt x="34" y="390"/>
                    <a:pt x="34" y="315"/>
                  </a:cubicBezTo>
                  <a:cubicBezTo>
                    <a:pt x="34" y="240"/>
                    <a:pt x="64" y="170"/>
                    <a:pt x="116" y="117"/>
                  </a:cubicBezTo>
                  <a:cubicBezTo>
                    <a:pt x="171" y="62"/>
                    <a:pt x="243" y="35"/>
                    <a:pt x="315" y="35"/>
                  </a:cubicBezTo>
                  <a:cubicBezTo>
                    <a:pt x="387" y="35"/>
                    <a:pt x="458" y="62"/>
                    <a:pt x="513" y="117"/>
                  </a:cubicBezTo>
                  <a:cubicBezTo>
                    <a:pt x="566" y="170"/>
                    <a:pt x="595" y="240"/>
                    <a:pt x="595" y="315"/>
                  </a:cubicBezTo>
                  <a:cubicBezTo>
                    <a:pt x="595" y="390"/>
                    <a:pt x="566" y="460"/>
                    <a:pt x="513" y="513"/>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pic>
        <p:nvPicPr>
          <p:cNvPr id="529" name="Google Shape;529;p42"/>
          <p:cNvPicPr preferRelativeResize="0"/>
          <p:nvPr/>
        </p:nvPicPr>
        <p:blipFill>
          <a:blip r:embed="rId3">
            <a:alphaModFix/>
          </a:blip>
          <a:stretch>
            <a:fillRect/>
          </a:stretch>
        </p:blipFill>
        <p:spPr>
          <a:xfrm>
            <a:off x="3874976" y="1410500"/>
            <a:ext cx="5128326" cy="2322525"/>
          </a:xfrm>
          <a:prstGeom prst="rect">
            <a:avLst/>
          </a:prstGeom>
          <a:noFill/>
          <a:ln cap="flat" cmpd="sng" w="9525">
            <a:solidFill>
              <a:schemeClr val="dk2"/>
            </a:solidFill>
            <a:prstDash val="solid"/>
            <a:round/>
            <a:headEnd len="sm" w="sm" type="none"/>
            <a:tailEnd len="sm" w="sm" type="none"/>
          </a:ln>
        </p:spPr>
      </p:pic>
      <p:pic>
        <p:nvPicPr>
          <p:cNvPr id="530" name="Google Shape;530;p42"/>
          <p:cNvPicPr preferRelativeResize="0"/>
          <p:nvPr/>
        </p:nvPicPr>
        <p:blipFill>
          <a:blip r:embed="rId4">
            <a:alphaModFix/>
          </a:blip>
          <a:stretch>
            <a:fillRect/>
          </a:stretch>
        </p:blipFill>
        <p:spPr>
          <a:xfrm>
            <a:off x="1457375" y="3161125"/>
            <a:ext cx="5214275" cy="1827325"/>
          </a:xfrm>
          <a:prstGeom prst="rect">
            <a:avLst/>
          </a:prstGeom>
          <a:noFill/>
          <a:ln cap="flat" cmpd="sng" w="9525">
            <a:solidFill>
              <a:schemeClr val="dk2"/>
            </a:solidFill>
            <a:prstDash val="solid"/>
            <a:round/>
            <a:headEnd len="sm" w="sm" type="none"/>
            <a:tailEnd len="sm" w="sm" type="none"/>
          </a:ln>
        </p:spPr>
      </p:pic>
      <p:sp>
        <p:nvSpPr>
          <p:cNvPr id="531" name="Google Shape;531;p42"/>
          <p:cNvSpPr txBox="1"/>
          <p:nvPr>
            <p:ph idx="3" type="subTitle"/>
          </p:nvPr>
        </p:nvSpPr>
        <p:spPr>
          <a:xfrm>
            <a:off x="355075" y="870625"/>
            <a:ext cx="8425500" cy="558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From question to insight, securely and intelligently.</a:t>
            </a:r>
            <a:endParaRPr/>
          </a:p>
        </p:txBody>
      </p:sp>
      <p:sp>
        <p:nvSpPr>
          <p:cNvPr id="532" name="Google Shape;532;p42"/>
          <p:cNvSpPr txBox="1"/>
          <p:nvPr/>
        </p:nvSpPr>
        <p:spPr>
          <a:xfrm>
            <a:off x="228275" y="1720563"/>
            <a:ext cx="3530400" cy="15420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Font typeface="Hind"/>
              <a:buChar char="●"/>
            </a:pPr>
            <a:r>
              <a:rPr lang="en">
                <a:solidFill>
                  <a:schemeClr val="dk2"/>
                </a:solidFill>
                <a:latin typeface="Hind"/>
                <a:ea typeface="Hind"/>
                <a:cs typeface="Hind"/>
                <a:sym typeface="Hind"/>
              </a:rPr>
              <a:t>User logs in with role-based access</a:t>
            </a:r>
            <a:endParaRPr>
              <a:solidFill>
                <a:schemeClr val="dk2"/>
              </a:solidFill>
              <a:latin typeface="Hind"/>
              <a:ea typeface="Hind"/>
              <a:cs typeface="Hind"/>
              <a:sym typeface="Hind"/>
            </a:endParaRPr>
          </a:p>
          <a:p>
            <a:pPr indent="-317500" lvl="0" marL="457200" rtl="0" algn="l">
              <a:spcBef>
                <a:spcPts val="0"/>
              </a:spcBef>
              <a:spcAft>
                <a:spcPts val="0"/>
              </a:spcAft>
              <a:buClr>
                <a:schemeClr val="dk2"/>
              </a:buClr>
              <a:buSzPts val="1400"/>
              <a:buFont typeface="Hind"/>
              <a:buChar char="●"/>
            </a:pPr>
            <a:r>
              <a:rPr lang="en">
                <a:solidFill>
                  <a:schemeClr val="dk2"/>
                </a:solidFill>
                <a:latin typeface="Hind"/>
                <a:ea typeface="Hind"/>
                <a:cs typeface="Hind"/>
                <a:sym typeface="Hind"/>
              </a:rPr>
              <a:t>Asks a question in plain English</a:t>
            </a:r>
            <a:endParaRPr>
              <a:solidFill>
                <a:schemeClr val="dk2"/>
              </a:solidFill>
              <a:latin typeface="Hind"/>
              <a:ea typeface="Hind"/>
              <a:cs typeface="Hind"/>
              <a:sym typeface="Hind"/>
            </a:endParaRPr>
          </a:p>
          <a:p>
            <a:pPr indent="-317500" lvl="0" marL="457200" rtl="0" algn="l">
              <a:spcBef>
                <a:spcPts val="0"/>
              </a:spcBef>
              <a:spcAft>
                <a:spcPts val="0"/>
              </a:spcAft>
              <a:buClr>
                <a:schemeClr val="dk2"/>
              </a:buClr>
              <a:buSzPts val="1400"/>
              <a:buFont typeface="Hind"/>
              <a:buChar char="●"/>
            </a:pPr>
            <a:r>
              <a:rPr lang="en">
                <a:solidFill>
                  <a:schemeClr val="dk2"/>
                </a:solidFill>
                <a:latin typeface="Hind"/>
                <a:ea typeface="Hind"/>
                <a:cs typeface="Hind"/>
                <a:sym typeface="Hind"/>
              </a:rPr>
              <a:t>AI generates and validates SQL</a:t>
            </a:r>
            <a:endParaRPr>
              <a:solidFill>
                <a:schemeClr val="dk2"/>
              </a:solidFill>
              <a:latin typeface="Hind"/>
              <a:ea typeface="Hind"/>
              <a:cs typeface="Hind"/>
              <a:sym typeface="Hind"/>
            </a:endParaRPr>
          </a:p>
          <a:p>
            <a:pPr indent="-317500" lvl="0" marL="457200" rtl="0" algn="l">
              <a:spcBef>
                <a:spcPts val="0"/>
              </a:spcBef>
              <a:spcAft>
                <a:spcPts val="0"/>
              </a:spcAft>
              <a:buClr>
                <a:schemeClr val="dk2"/>
              </a:buClr>
              <a:buSzPts val="1400"/>
              <a:buFont typeface="Hind"/>
              <a:buChar char="●"/>
            </a:pPr>
            <a:r>
              <a:rPr lang="en">
                <a:solidFill>
                  <a:schemeClr val="dk2"/>
                </a:solidFill>
                <a:latin typeface="Hind"/>
                <a:ea typeface="Hind"/>
                <a:cs typeface="Hind"/>
                <a:sym typeface="Hind"/>
              </a:rPr>
              <a:t>System enforces RBAC and security checks</a:t>
            </a:r>
            <a:endParaRPr>
              <a:solidFill>
                <a:schemeClr val="dk2"/>
              </a:solidFill>
              <a:latin typeface="Hind"/>
              <a:ea typeface="Hind"/>
              <a:cs typeface="Hind"/>
              <a:sym typeface="Hind"/>
            </a:endParaRPr>
          </a:p>
          <a:p>
            <a:pPr indent="-317500" lvl="0" marL="457200" rtl="0" algn="l">
              <a:spcBef>
                <a:spcPts val="0"/>
              </a:spcBef>
              <a:spcAft>
                <a:spcPts val="0"/>
              </a:spcAft>
              <a:buClr>
                <a:schemeClr val="dk2"/>
              </a:buClr>
              <a:buSzPts val="1400"/>
              <a:buFont typeface="Hind"/>
              <a:buChar char="●"/>
            </a:pPr>
            <a:r>
              <a:rPr lang="en">
                <a:solidFill>
                  <a:schemeClr val="dk2"/>
                </a:solidFill>
                <a:latin typeface="Hind"/>
                <a:ea typeface="Hind"/>
                <a:cs typeface="Hind"/>
                <a:sym typeface="Hind"/>
              </a:rPr>
              <a:t>Returns insights and structured results</a:t>
            </a:r>
            <a:endParaRPr>
              <a:solidFill>
                <a:schemeClr val="dk2"/>
              </a:solidFill>
              <a:latin typeface="Hind"/>
              <a:ea typeface="Hind"/>
              <a:cs typeface="Hind"/>
              <a:sym typeface="Hind"/>
            </a:endParaRPr>
          </a:p>
        </p:txBody>
      </p:sp>
      <p:sp>
        <p:nvSpPr>
          <p:cNvPr id="533" name="Google Shape;533;p42"/>
          <p:cNvSpPr txBox="1"/>
          <p:nvPr>
            <p:ph idx="3" type="subTitle"/>
          </p:nvPr>
        </p:nvSpPr>
        <p:spPr>
          <a:xfrm>
            <a:off x="489125" y="1358525"/>
            <a:ext cx="30087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600"/>
              <a:t>Demo Walkthrough</a:t>
            </a:r>
            <a:endParaRPr sz="16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n"/>
              <a:t>Impact</a:t>
            </a:r>
            <a:endParaRPr/>
          </a:p>
        </p:txBody>
      </p:sp>
      <p:sp>
        <p:nvSpPr>
          <p:cNvPr id="539" name="Google Shape;539;p43"/>
          <p:cNvSpPr txBox="1"/>
          <p:nvPr>
            <p:ph idx="1" type="subTitle"/>
          </p:nvPr>
        </p:nvSpPr>
        <p:spPr>
          <a:xfrm>
            <a:off x="1560725" y="1958000"/>
            <a:ext cx="3558900" cy="1315800"/>
          </a:xfrm>
          <a:prstGeom prst="rect">
            <a:avLst/>
          </a:prstGeom>
        </p:spPr>
        <p:txBody>
          <a:bodyPr anchorCtr="0" anchor="t" bIns="91425" lIns="91425" spcFirstLastPara="1" rIns="91425" wrap="square" tIns="91425">
            <a:noAutofit/>
          </a:bodyPr>
          <a:lstStyle/>
          <a:p>
            <a:pPr indent="-317500" lvl="0" marL="457200" rtl="0" algn="l">
              <a:spcBef>
                <a:spcPts val="1200"/>
              </a:spcBef>
              <a:spcAft>
                <a:spcPts val="0"/>
              </a:spcAft>
              <a:buClr>
                <a:srgbClr val="000000"/>
              </a:buClr>
              <a:buSzPts val="1400"/>
              <a:buFont typeface="Arial"/>
              <a:buChar char="●"/>
            </a:pPr>
            <a:r>
              <a:rPr lang="en">
                <a:solidFill>
                  <a:srgbClr val="000000"/>
                </a:solidFill>
              </a:rPr>
              <a:t>Enables non-technical users to query complex data</a:t>
            </a:r>
            <a:endParaRPr>
              <a:solidFill>
                <a:srgbClr val="000000"/>
              </a:solidFill>
            </a:endParaRPr>
          </a:p>
          <a:p>
            <a:pPr indent="-317500" lvl="0" marL="457200" rtl="0" algn="l">
              <a:spcBef>
                <a:spcPts val="0"/>
              </a:spcBef>
              <a:spcAft>
                <a:spcPts val="0"/>
              </a:spcAft>
              <a:buClr>
                <a:srgbClr val="000000"/>
              </a:buClr>
              <a:buSzPts val="1400"/>
              <a:buFont typeface="Arial"/>
              <a:buChar char="●"/>
            </a:pPr>
            <a:r>
              <a:rPr lang="en">
                <a:solidFill>
                  <a:srgbClr val="000000"/>
                </a:solidFill>
              </a:rPr>
              <a:t>Eliminates need for SQL expertise</a:t>
            </a:r>
            <a:endParaRPr>
              <a:solidFill>
                <a:srgbClr val="000000"/>
              </a:solidFill>
            </a:endParaRPr>
          </a:p>
          <a:p>
            <a:pPr indent="-317500" lvl="0" marL="457200" rtl="0" algn="l">
              <a:spcBef>
                <a:spcPts val="0"/>
              </a:spcBef>
              <a:spcAft>
                <a:spcPts val="0"/>
              </a:spcAft>
              <a:buClr>
                <a:srgbClr val="000000"/>
              </a:buClr>
              <a:buSzPts val="1400"/>
              <a:buFont typeface="Arial"/>
              <a:buChar char="●"/>
            </a:pPr>
            <a:r>
              <a:rPr lang="en">
                <a:solidFill>
                  <a:srgbClr val="000000"/>
                </a:solidFill>
              </a:rPr>
              <a:t>Makes data-driven insights accessible to all roles</a:t>
            </a:r>
            <a:endParaRPr>
              <a:solidFill>
                <a:srgbClr val="000000"/>
              </a:solidFill>
            </a:endParaRPr>
          </a:p>
          <a:p>
            <a:pPr indent="0" lvl="0" marL="0" rtl="0" algn="l">
              <a:spcBef>
                <a:spcPts val="1200"/>
              </a:spcBef>
              <a:spcAft>
                <a:spcPts val="0"/>
              </a:spcAft>
              <a:buNone/>
            </a:pPr>
            <a:r>
              <a:t/>
            </a:r>
            <a:endParaRPr/>
          </a:p>
        </p:txBody>
      </p:sp>
      <p:sp>
        <p:nvSpPr>
          <p:cNvPr id="540" name="Google Shape;540;p43"/>
          <p:cNvSpPr txBox="1"/>
          <p:nvPr>
            <p:ph idx="2" type="subTitle"/>
          </p:nvPr>
        </p:nvSpPr>
        <p:spPr>
          <a:xfrm>
            <a:off x="5119852" y="1986359"/>
            <a:ext cx="3848400" cy="1259100"/>
          </a:xfrm>
          <a:prstGeom prst="rect">
            <a:avLst/>
          </a:prstGeom>
        </p:spPr>
        <p:txBody>
          <a:bodyPr anchorCtr="0" anchor="t" bIns="91425" lIns="91425" spcFirstLastPara="1" rIns="91425" wrap="square" tIns="91425">
            <a:noAutofit/>
          </a:bodyPr>
          <a:lstStyle/>
          <a:p>
            <a:pPr indent="-317500" lvl="0" marL="457200" rtl="0" algn="l">
              <a:spcBef>
                <a:spcPts val="1200"/>
              </a:spcBef>
              <a:spcAft>
                <a:spcPts val="0"/>
              </a:spcAft>
              <a:buClr>
                <a:srgbClr val="000000"/>
              </a:buClr>
              <a:buSzPts val="1400"/>
              <a:buFont typeface="Arial"/>
              <a:buChar char="●"/>
            </a:pPr>
            <a:r>
              <a:rPr lang="en">
                <a:solidFill>
                  <a:srgbClr val="000000"/>
                </a:solidFill>
              </a:rPr>
              <a:t>Ensures HIPAA-aware, role-based data access</a:t>
            </a:r>
            <a:endParaRPr>
              <a:solidFill>
                <a:srgbClr val="000000"/>
              </a:solidFill>
            </a:endParaRPr>
          </a:p>
          <a:p>
            <a:pPr indent="-317500" lvl="0" marL="457200" rtl="0" algn="l">
              <a:spcBef>
                <a:spcPts val="0"/>
              </a:spcBef>
              <a:spcAft>
                <a:spcPts val="0"/>
              </a:spcAft>
              <a:buClr>
                <a:srgbClr val="000000"/>
              </a:buClr>
              <a:buSzPts val="1400"/>
              <a:buFont typeface="Hind"/>
              <a:buChar char="●"/>
            </a:pPr>
            <a:r>
              <a:rPr lang="en">
                <a:solidFill>
                  <a:srgbClr val="000000"/>
                </a:solidFill>
              </a:rPr>
              <a:t>Prevents unauthorized or unsafe queries</a:t>
            </a:r>
            <a:endParaRPr>
              <a:solidFill>
                <a:srgbClr val="000000"/>
              </a:solidFill>
            </a:endParaRPr>
          </a:p>
          <a:p>
            <a:pPr indent="-317500" lvl="0" marL="457200" rtl="0" algn="l">
              <a:spcBef>
                <a:spcPts val="0"/>
              </a:spcBef>
              <a:spcAft>
                <a:spcPts val="0"/>
              </a:spcAft>
              <a:buClr>
                <a:srgbClr val="000000"/>
              </a:buClr>
              <a:buSzPts val="1400"/>
              <a:buFont typeface="Arial"/>
              <a:buChar char="●"/>
            </a:pPr>
            <a:r>
              <a:rPr lang="en">
                <a:solidFill>
                  <a:srgbClr val="000000"/>
                </a:solidFill>
              </a:rPr>
              <a:t>Provides auditability and transparency</a:t>
            </a:r>
            <a:endParaRPr/>
          </a:p>
        </p:txBody>
      </p:sp>
      <p:sp>
        <p:nvSpPr>
          <p:cNvPr id="541" name="Google Shape;541;p43"/>
          <p:cNvSpPr txBox="1"/>
          <p:nvPr>
            <p:ph idx="4" type="subTitle"/>
          </p:nvPr>
        </p:nvSpPr>
        <p:spPr>
          <a:xfrm>
            <a:off x="1826838" y="3826925"/>
            <a:ext cx="5595000" cy="1347000"/>
          </a:xfrm>
          <a:prstGeom prst="rect">
            <a:avLst/>
          </a:prstGeom>
        </p:spPr>
        <p:txBody>
          <a:bodyPr anchorCtr="0" anchor="t" bIns="91425" lIns="91425" spcFirstLastPara="1" rIns="91425" wrap="square" tIns="91425">
            <a:noAutofit/>
          </a:bodyPr>
          <a:lstStyle/>
          <a:p>
            <a:pPr indent="-317500" lvl="0" marL="457200" rtl="0" algn="ctr">
              <a:spcBef>
                <a:spcPts val="1200"/>
              </a:spcBef>
              <a:spcAft>
                <a:spcPts val="0"/>
              </a:spcAft>
              <a:buClr>
                <a:srgbClr val="000000"/>
              </a:buClr>
              <a:buSzPts val="1400"/>
              <a:buFont typeface="Arial"/>
              <a:buChar char="●"/>
            </a:pPr>
            <a:r>
              <a:rPr lang="en">
                <a:solidFill>
                  <a:srgbClr val="000000"/>
                </a:solidFill>
              </a:rPr>
              <a:t>Reduces time from question → insight from hours to seconds</a:t>
            </a:r>
            <a:endParaRPr>
              <a:solidFill>
                <a:srgbClr val="000000"/>
              </a:solidFill>
            </a:endParaRPr>
          </a:p>
          <a:p>
            <a:pPr indent="-317500" lvl="0" marL="457200" rtl="0" algn="ctr">
              <a:spcBef>
                <a:spcPts val="0"/>
              </a:spcBef>
              <a:spcAft>
                <a:spcPts val="0"/>
              </a:spcAft>
              <a:buClr>
                <a:srgbClr val="000000"/>
              </a:buClr>
              <a:buSzPts val="1400"/>
              <a:buFont typeface="Arial"/>
              <a:buChar char="●"/>
            </a:pPr>
            <a:r>
              <a:rPr lang="en">
                <a:solidFill>
                  <a:srgbClr val="000000"/>
                </a:solidFill>
              </a:rPr>
              <a:t>Supports real-time decision-making</a:t>
            </a:r>
            <a:endParaRPr>
              <a:solidFill>
                <a:srgbClr val="000000"/>
              </a:solidFill>
            </a:endParaRPr>
          </a:p>
          <a:p>
            <a:pPr indent="-317500" lvl="0" marL="457200" rtl="0" algn="ctr">
              <a:spcBef>
                <a:spcPts val="0"/>
              </a:spcBef>
              <a:spcAft>
                <a:spcPts val="0"/>
              </a:spcAft>
              <a:buClr>
                <a:srgbClr val="000000"/>
              </a:buClr>
              <a:buSzPts val="1400"/>
              <a:buFont typeface="Arial"/>
              <a:buChar char="●"/>
            </a:pPr>
            <a:r>
              <a:rPr lang="en">
                <a:solidFill>
                  <a:srgbClr val="000000"/>
                </a:solidFill>
              </a:rPr>
              <a:t>Improves outcomes through data-driven insights</a:t>
            </a:r>
            <a:endParaRPr/>
          </a:p>
        </p:txBody>
      </p:sp>
      <p:sp>
        <p:nvSpPr>
          <p:cNvPr id="542" name="Google Shape;542;p43"/>
          <p:cNvSpPr txBox="1"/>
          <p:nvPr>
            <p:ph idx="5" type="subTitle"/>
          </p:nvPr>
        </p:nvSpPr>
        <p:spPr>
          <a:xfrm>
            <a:off x="2247875" y="1658125"/>
            <a:ext cx="2184600" cy="505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Accessibility</a:t>
            </a:r>
            <a:endParaRPr/>
          </a:p>
        </p:txBody>
      </p:sp>
      <p:sp>
        <p:nvSpPr>
          <p:cNvPr id="543" name="Google Shape;543;p43"/>
          <p:cNvSpPr txBox="1"/>
          <p:nvPr>
            <p:ph idx="7" type="subTitle"/>
          </p:nvPr>
        </p:nvSpPr>
        <p:spPr>
          <a:xfrm>
            <a:off x="5211655" y="1658125"/>
            <a:ext cx="3664800" cy="5055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Security &amp; Compliance</a:t>
            </a:r>
            <a:endParaRPr/>
          </a:p>
        </p:txBody>
      </p:sp>
      <p:sp>
        <p:nvSpPr>
          <p:cNvPr id="544" name="Google Shape;544;p43"/>
          <p:cNvSpPr txBox="1"/>
          <p:nvPr>
            <p:ph idx="8" type="subTitle"/>
          </p:nvPr>
        </p:nvSpPr>
        <p:spPr>
          <a:xfrm>
            <a:off x="2448299" y="3149875"/>
            <a:ext cx="4352100" cy="853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000"/>
              <a:t>Efficiency &amp; Decision-Making</a:t>
            </a:r>
            <a:endParaRPr sz="2000"/>
          </a:p>
        </p:txBody>
      </p:sp>
      <p:sp>
        <p:nvSpPr>
          <p:cNvPr id="545" name="Google Shape;545;p43"/>
          <p:cNvSpPr/>
          <p:nvPr/>
        </p:nvSpPr>
        <p:spPr>
          <a:xfrm>
            <a:off x="895988" y="1633913"/>
            <a:ext cx="892200" cy="8922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546" name="Google Shape;546;p43"/>
          <p:cNvSpPr/>
          <p:nvPr/>
        </p:nvSpPr>
        <p:spPr>
          <a:xfrm>
            <a:off x="895988" y="3280363"/>
            <a:ext cx="892200" cy="8922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547" name="Google Shape;547;p43"/>
          <p:cNvSpPr/>
          <p:nvPr/>
        </p:nvSpPr>
        <p:spPr>
          <a:xfrm>
            <a:off x="7355775" y="3280363"/>
            <a:ext cx="892200" cy="8922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548" name="Google Shape;548;p43"/>
          <p:cNvSpPr/>
          <p:nvPr/>
        </p:nvSpPr>
        <p:spPr>
          <a:xfrm>
            <a:off x="895988" y="1633913"/>
            <a:ext cx="892200" cy="8922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sp>
        <p:nvSpPr>
          <p:cNvPr id="549" name="Google Shape;549;p43"/>
          <p:cNvSpPr/>
          <p:nvPr/>
        </p:nvSpPr>
        <p:spPr>
          <a:xfrm>
            <a:off x="7355788" y="3280363"/>
            <a:ext cx="892200" cy="8922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nvGrpSpPr>
          <p:cNvPr id="550" name="Google Shape;550;p43"/>
          <p:cNvGrpSpPr/>
          <p:nvPr/>
        </p:nvGrpSpPr>
        <p:grpSpPr>
          <a:xfrm>
            <a:off x="1184997" y="1862286"/>
            <a:ext cx="314182" cy="435335"/>
            <a:chOff x="5377363" y="1516169"/>
            <a:chExt cx="257357" cy="356627"/>
          </a:xfrm>
        </p:grpSpPr>
        <p:sp>
          <p:nvSpPr>
            <p:cNvPr id="551" name="Google Shape;551;p43"/>
            <p:cNvSpPr/>
            <p:nvPr/>
          </p:nvSpPr>
          <p:spPr>
            <a:xfrm>
              <a:off x="5377363" y="1516169"/>
              <a:ext cx="257357" cy="356627"/>
            </a:xfrm>
            <a:custGeom>
              <a:rect b="b" l="l" r="r" t="t"/>
              <a:pathLst>
                <a:path extrusionOk="0" h="11205" w="8086">
                  <a:moveTo>
                    <a:pt x="4073" y="334"/>
                  </a:moveTo>
                  <a:cubicBezTo>
                    <a:pt x="4263" y="334"/>
                    <a:pt x="4430" y="441"/>
                    <a:pt x="4525" y="608"/>
                  </a:cubicBezTo>
                  <a:cubicBezTo>
                    <a:pt x="4561" y="656"/>
                    <a:pt x="4620" y="679"/>
                    <a:pt x="4680" y="679"/>
                  </a:cubicBezTo>
                  <a:lnTo>
                    <a:pt x="5299" y="679"/>
                  </a:lnTo>
                  <a:cubicBezTo>
                    <a:pt x="5406" y="679"/>
                    <a:pt x="5490" y="775"/>
                    <a:pt x="5490" y="870"/>
                  </a:cubicBezTo>
                  <a:lnTo>
                    <a:pt x="5490" y="1406"/>
                  </a:lnTo>
                  <a:lnTo>
                    <a:pt x="2668" y="1406"/>
                  </a:lnTo>
                  <a:lnTo>
                    <a:pt x="2668" y="870"/>
                  </a:lnTo>
                  <a:lnTo>
                    <a:pt x="2644" y="870"/>
                  </a:lnTo>
                  <a:cubicBezTo>
                    <a:pt x="2644" y="775"/>
                    <a:pt x="2727" y="679"/>
                    <a:pt x="2835" y="679"/>
                  </a:cubicBezTo>
                  <a:lnTo>
                    <a:pt x="3454" y="679"/>
                  </a:lnTo>
                  <a:cubicBezTo>
                    <a:pt x="3513" y="679"/>
                    <a:pt x="3573" y="656"/>
                    <a:pt x="3608" y="608"/>
                  </a:cubicBezTo>
                  <a:cubicBezTo>
                    <a:pt x="3716" y="441"/>
                    <a:pt x="3870" y="334"/>
                    <a:pt x="4073" y="334"/>
                  </a:cubicBezTo>
                  <a:close/>
                  <a:moveTo>
                    <a:pt x="7395" y="1037"/>
                  </a:moveTo>
                  <a:cubicBezTo>
                    <a:pt x="7597" y="1037"/>
                    <a:pt x="7764" y="1203"/>
                    <a:pt x="7764" y="1394"/>
                  </a:cubicBezTo>
                  <a:lnTo>
                    <a:pt x="7764" y="10514"/>
                  </a:lnTo>
                  <a:cubicBezTo>
                    <a:pt x="7764" y="10716"/>
                    <a:pt x="7597" y="10871"/>
                    <a:pt x="7395" y="10871"/>
                  </a:cubicBezTo>
                  <a:lnTo>
                    <a:pt x="727" y="10871"/>
                  </a:lnTo>
                  <a:cubicBezTo>
                    <a:pt x="537" y="10871"/>
                    <a:pt x="370" y="10704"/>
                    <a:pt x="370" y="10514"/>
                  </a:cubicBezTo>
                  <a:lnTo>
                    <a:pt x="370" y="1394"/>
                  </a:lnTo>
                  <a:cubicBezTo>
                    <a:pt x="370" y="1203"/>
                    <a:pt x="537" y="1037"/>
                    <a:pt x="727" y="1037"/>
                  </a:cubicBezTo>
                  <a:lnTo>
                    <a:pt x="2323" y="1037"/>
                  </a:lnTo>
                  <a:lnTo>
                    <a:pt x="2323" y="1572"/>
                  </a:lnTo>
                  <a:cubicBezTo>
                    <a:pt x="2323" y="1668"/>
                    <a:pt x="2406" y="1739"/>
                    <a:pt x="2489" y="1739"/>
                  </a:cubicBezTo>
                  <a:lnTo>
                    <a:pt x="5644" y="1739"/>
                  </a:lnTo>
                  <a:cubicBezTo>
                    <a:pt x="5728" y="1739"/>
                    <a:pt x="5811" y="1668"/>
                    <a:pt x="5811" y="1572"/>
                  </a:cubicBezTo>
                  <a:lnTo>
                    <a:pt x="5811" y="1037"/>
                  </a:lnTo>
                  <a:close/>
                  <a:moveTo>
                    <a:pt x="4037" y="1"/>
                  </a:moveTo>
                  <a:cubicBezTo>
                    <a:pt x="3751" y="1"/>
                    <a:pt x="3501" y="132"/>
                    <a:pt x="3335" y="358"/>
                  </a:cubicBezTo>
                  <a:lnTo>
                    <a:pt x="2799" y="358"/>
                  </a:lnTo>
                  <a:cubicBezTo>
                    <a:pt x="2585" y="358"/>
                    <a:pt x="2382" y="501"/>
                    <a:pt x="2311" y="715"/>
                  </a:cubicBezTo>
                  <a:lnTo>
                    <a:pt x="691" y="715"/>
                  </a:lnTo>
                  <a:cubicBezTo>
                    <a:pt x="299" y="715"/>
                    <a:pt x="1" y="1025"/>
                    <a:pt x="1" y="1394"/>
                  </a:cubicBezTo>
                  <a:lnTo>
                    <a:pt x="1" y="10514"/>
                  </a:lnTo>
                  <a:cubicBezTo>
                    <a:pt x="1" y="10907"/>
                    <a:pt x="322" y="11204"/>
                    <a:pt x="691" y="11204"/>
                  </a:cubicBezTo>
                  <a:lnTo>
                    <a:pt x="7359" y="11204"/>
                  </a:lnTo>
                  <a:cubicBezTo>
                    <a:pt x="7740" y="11204"/>
                    <a:pt x="8038" y="10895"/>
                    <a:pt x="8038" y="10514"/>
                  </a:cubicBezTo>
                  <a:lnTo>
                    <a:pt x="8038" y="1394"/>
                  </a:lnTo>
                  <a:cubicBezTo>
                    <a:pt x="8085" y="1025"/>
                    <a:pt x="7776" y="715"/>
                    <a:pt x="7383" y="715"/>
                  </a:cubicBezTo>
                  <a:lnTo>
                    <a:pt x="5763" y="715"/>
                  </a:lnTo>
                  <a:cubicBezTo>
                    <a:pt x="5692" y="501"/>
                    <a:pt x="5490" y="358"/>
                    <a:pt x="5275" y="358"/>
                  </a:cubicBezTo>
                  <a:lnTo>
                    <a:pt x="4740" y="358"/>
                  </a:lnTo>
                  <a:cubicBezTo>
                    <a:pt x="4573" y="132"/>
                    <a:pt x="4323" y="1"/>
                    <a:pt x="40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43"/>
            <p:cNvSpPr/>
            <p:nvPr/>
          </p:nvSpPr>
          <p:spPr>
            <a:xfrm>
              <a:off x="5501681" y="1538925"/>
              <a:ext cx="10248" cy="10248"/>
            </a:xfrm>
            <a:custGeom>
              <a:rect b="b" l="l" r="r" t="t"/>
              <a:pathLst>
                <a:path extrusionOk="0" h="322" w="322">
                  <a:moveTo>
                    <a:pt x="167" y="0"/>
                  </a:moveTo>
                  <a:cubicBezTo>
                    <a:pt x="72" y="0"/>
                    <a:pt x="0" y="71"/>
                    <a:pt x="0" y="155"/>
                  </a:cubicBezTo>
                  <a:cubicBezTo>
                    <a:pt x="0" y="250"/>
                    <a:pt x="72" y="322"/>
                    <a:pt x="167" y="322"/>
                  </a:cubicBezTo>
                  <a:cubicBezTo>
                    <a:pt x="250" y="322"/>
                    <a:pt x="322" y="250"/>
                    <a:pt x="322" y="155"/>
                  </a:cubicBezTo>
                  <a:cubicBezTo>
                    <a:pt x="322" y="71"/>
                    <a:pt x="250" y="0"/>
                    <a:pt x="1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43"/>
            <p:cNvSpPr/>
            <p:nvPr/>
          </p:nvSpPr>
          <p:spPr>
            <a:xfrm>
              <a:off x="5401233" y="1560886"/>
              <a:ext cx="211112" cy="278554"/>
            </a:xfrm>
            <a:custGeom>
              <a:rect b="b" l="l" r="r" t="t"/>
              <a:pathLst>
                <a:path extrusionOk="0" h="8752" w="6633">
                  <a:moveTo>
                    <a:pt x="156" y="1"/>
                  </a:moveTo>
                  <a:cubicBezTo>
                    <a:pt x="72" y="1"/>
                    <a:pt x="1" y="84"/>
                    <a:pt x="1" y="167"/>
                  </a:cubicBezTo>
                  <a:lnTo>
                    <a:pt x="1" y="8597"/>
                  </a:lnTo>
                  <a:cubicBezTo>
                    <a:pt x="1" y="8680"/>
                    <a:pt x="72" y="8752"/>
                    <a:pt x="156" y="8752"/>
                  </a:cubicBezTo>
                  <a:lnTo>
                    <a:pt x="6466" y="8752"/>
                  </a:lnTo>
                  <a:cubicBezTo>
                    <a:pt x="6561" y="8752"/>
                    <a:pt x="6633" y="8680"/>
                    <a:pt x="6633" y="8597"/>
                  </a:cubicBezTo>
                  <a:lnTo>
                    <a:pt x="6633" y="167"/>
                  </a:lnTo>
                  <a:cubicBezTo>
                    <a:pt x="6633" y="84"/>
                    <a:pt x="6561" y="1"/>
                    <a:pt x="6478" y="1"/>
                  </a:cubicBezTo>
                  <a:lnTo>
                    <a:pt x="5597" y="1"/>
                  </a:lnTo>
                  <a:cubicBezTo>
                    <a:pt x="5502" y="1"/>
                    <a:pt x="5430" y="84"/>
                    <a:pt x="5430" y="167"/>
                  </a:cubicBezTo>
                  <a:cubicBezTo>
                    <a:pt x="5430" y="263"/>
                    <a:pt x="5502" y="334"/>
                    <a:pt x="5597" y="334"/>
                  </a:cubicBezTo>
                  <a:lnTo>
                    <a:pt x="6311" y="334"/>
                  </a:lnTo>
                  <a:lnTo>
                    <a:pt x="6311" y="8430"/>
                  </a:lnTo>
                  <a:lnTo>
                    <a:pt x="322" y="8430"/>
                  </a:lnTo>
                  <a:lnTo>
                    <a:pt x="322" y="334"/>
                  </a:lnTo>
                  <a:lnTo>
                    <a:pt x="1037" y="334"/>
                  </a:lnTo>
                  <a:cubicBezTo>
                    <a:pt x="1132" y="334"/>
                    <a:pt x="1203" y="263"/>
                    <a:pt x="1203" y="167"/>
                  </a:cubicBezTo>
                  <a:cubicBezTo>
                    <a:pt x="1203" y="84"/>
                    <a:pt x="1132" y="1"/>
                    <a:pt x="10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43"/>
            <p:cNvSpPr/>
            <p:nvPr/>
          </p:nvSpPr>
          <p:spPr>
            <a:xfrm>
              <a:off x="5434207" y="1672664"/>
              <a:ext cx="33387" cy="33387"/>
            </a:xfrm>
            <a:custGeom>
              <a:rect b="b" l="l" r="r" t="t"/>
              <a:pathLst>
                <a:path extrusionOk="0" h="1049" w="1049">
                  <a:moveTo>
                    <a:pt x="525" y="311"/>
                  </a:moveTo>
                  <a:cubicBezTo>
                    <a:pt x="632" y="311"/>
                    <a:pt x="715" y="406"/>
                    <a:pt x="715" y="513"/>
                  </a:cubicBezTo>
                  <a:cubicBezTo>
                    <a:pt x="703" y="608"/>
                    <a:pt x="632" y="703"/>
                    <a:pt x="525" y="703"/>
                  </a:cubicBezTo>
                  <a:cubicBezTo>
                    <a:pt x="418" y="703"/>
                    <a:pt x="334" y="608"/>
                    <a:pt x="334" y="513"/>
                  </a:cubicBezTo>
                  <a:cubicBezTo>
                    <a:pt x="334" y="406"/>
                    <a:pt x="418" y="311"/>
                    <a:pt x="525" y="311"/>
                  </a:cubicBezTo>
                  <a:close/>
                  <a:moveTo>
                    <a:pt x="525" y="1"/>
                  </a:moveTo>
                  <a:cubicBezTo>
                    <a:pt x="239" y="1"/>
                    <a:pt x="1" y="239"/>
                    <a:pt x="1" y="525"/>
                  </a:cubicBezTo>
                  <a:cubicBezTo>
                    <a:pt x="1" y="811"/>
                    <a:pt x="239" y="1049"/>
                    <a:pt x="525" y="1049"/>
                  </a:cubicBezTo>
                  <a:cubicBezTo>
                    <a:pt x="810" y="1049"/>
                    <a:pt x="1049" y="811"/>
                    <a:pt x="1049" y="525"/>
                  </a:cubicBezTo>
                  <a:cubicBezTo>
                    <a:pt x="1049" y="239"/>
                    <a:pt x="810" y="1"/>
                    <a:pt x="5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43"/>
            <p:cNvSpPr/>
            <p:nvPr/>
          </p:nvSpPr>
          <p:spPr>
            <a:xfrm>
              <a:off x="5434207" y="1723079"/>
              <a:ext cx="33387" cy="33005"/>
            </a:xfrm>
            <a:custGeom>
              <a:rect b="b" l="l" r="r" t="t"/>
              <a:pathLst>
                <a:path extrusionOk="0" h="1037" w="1049">
                  <a:moveTo>
                    <a:pt x="525" y="310"/>
                  </a:moveTo>
                  <a:cubicBezTo>
                    <a:pt x="632" y="310"/>
                    <a:pt x="715" y="405"/>
                    <a:pt x="715" y="501"/>
                  </a:cubicBezTo>
                  <a:cubicBezTo>
                    <a:pt x="703" y="608"/>
                    <a:pt x="632" y="703"/>
                    <a:pt x="525" y="703"/>
                  </a:cubicBezTo>
                  <a:cubicBezTo>
                    <a:pt x="418" y="703"/>
                    <a:pt x="334" y="608"/>
                    <a:pt x="334" y="501"/>
                  </a:cubicBezTo>
                  <a:cubicBezTo>
                    <a:pt x="334" y="405"/>
                    <a:pt x="418" y="310"/>
                    <a:pt x="525" y="310"/>
                  </a:cubicBezTo>
                  <a:close/>
                  <a:moveTo>
                    <a:pt x="525" y="0"/>
                  </a:moveTo>
                  <a:cubicBezTo>
                    <a:pt x="239" y="0"/>
                    <a:pt x="1" y="239"/>
                    <a:pt x="1" y="512"/>
                  </a:cubicBezTo>
                  <a:cubicBezTo>
                    <a:pt x="1" y="798"/>
                    <a:pt x="239" y="1036"/>
                    <a:pt x="525" y="1036"/>
                  </a:cubicBezTo>
                  <a:cubicBezTo>
                    <a:pt x="810" y="1036"/>
                    <a:pt x="1049" y="798"/>
                    <a:pt x="1049" y="512"/>
                  </a:cubicBezTo>
                  <a:cubicBezTo>
                    <a:pt x="1049" y="239"/>
                    <a:pt x="810" y="0"/>
                    <a:pt x="5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43"/>
            <p:cNvSpPr/>
            <p:nvPr/>
          </p:nvSpPr>
          <p:spPr>
            <a:xfrm>
              <a:off x="5434207" y="1773112"/>
              <a:ext cx="33387" cy="33355"/>
            </a:xfrm>
            <a:custGeom>
              <a:rect b="b" l="l" r="r" t="t"/>
              <a:pathLst>
                <a:path extrusionOk="0" h="1048" w="1049">
                  <a:moveTo>
                    <a:pt x="525" y="310"/>
                  </a:moveTo>
                  <a:cubicBezTo>
                    <a:pt x="632" y="310"/>
                    <a:pt x="715" y="405"/>
                    <a:pt x="715" y="512"/>
                  </a:cubicBezTo>
                  <a:cubicBezTo>
                    <a:pt x="703" y="619"/>
                    <a:pt x="632" y="703"/>
                    <a:pt x="525" y="703"/>
                  </a:cubicBezTo>
                  <a:cubicBezTo>
                    <a:pt x="418" y="703"/>
                    <a:pt x="334" y="607"/>
                    <a:pt x="334" y="512"/>
                  </a:cubicBezTo>
                  <a:cubicBezTo>
                    <a:pt x="334" y="405"/>
                    <a:pt x="418" y="310"/>
                    <a:pt x="525" y="310"/>
                  </a:cubicBezTo>
                  <a:close/>
                  <a:moveTo>
                    <a:pt x="525" y="0"/>
                  </a:moveTo>
                  <a:cubicBezTo>
                    <a:pt x="239" y="0"/>
                    <a:pt x="1" y="238"/>
                    <a:pt x="1" y="524"/>
                  </a:cubicBezTo>
                  <a:cubicBezTo>
                    <a:pt x="1" y="810"/>
                    <a:pt x="239" y="1048"/>
                    <a:pt x="525" y="1048"/>
                  </a:cubicBezTo>
                  <a:cubicBezTo>
                    <a:pt x="810" y="1048"/>
                    <a:pt x="1049" y="810"/>
                    <a:pt x="1049" y="524"/>
                  </a:cubicBezTo>
                  <a:cubicBezTo>
                    <a:pt x="1025" y="226"/>
                    <a:pt x="810" y="0"/>
                    <a:pt x="5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43"/>
            <p:cNvSpPr/>
            <p:nvPr/>
          </p:nvSpPr>
          <p:spPr>
            <a:xfrm>
              <a:off x="5478924" y="1672664"/>
              <a:ext cx="60663" cy="10662"/>
            </a:xfrm>
            <a:custGeom>
              <a:rect b="b" l="l" r="r" t="t"/>
              <a:pathLst>
                <a:path extrusionOk="0" h="335" w="1906">
                  <a:moveTo>
                    <a:pt x="167" y="1"/>
                  </a:moveTo>
                  <a:cubicBezTo>
                    <a:pt x="72" y="1"/>
                    <a:pt x="1" y="84"/>
                    <a:pt x="1" y="168"/>
                  </a:cubicBezTo>
                  <a:cubicBezTo>
                    <a:pt x="1" y="263"/>
                    <a:pt x="72" y="334"/>
                    <a:pt x="167" y="334"/>
                  </a:cubicBezTo>
                  <a:lnTo>
                    <a:pt x="1739" y="334"/>
                  </a:lnTo>
                  <a:cubicBezTo>
                    <a:pt x="1822" y="334"/>
                    <a:pt x="1906" y="263"/>
                    <a:pt x="1906" y="168"/>
                  </a:cubicBezTo>
                  <a:cubicBezTo>
                    <a:pt x="1906" y="84"/>
                    <a:pt x="1846" y="1"/>
                    <a:pt x="17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43"/>
            <p:cNvSpPr/>
            <p:nvPr/>
          </p:nvSpPr>
          <p:spPr>
            <a:xfrm>
              <a:off x="5478924" y="1695039"/>
              <a:ext cx="99716" cy="10630"/>
            </a:xfrm>
            <a:custGeom>
              <a:rect b="b" l="l" r="r" t="t"/>
              <a:pathLst>
                <a:path extrusionOk="0" h="334" w="3133">
                  <a:moveTo>
                    <a:pt x="156" y="0"/>
                  </a:moveTo>
                  <a:cubicBezTo>
                    <a:pt x="72" y="0"/>
                    <a:pt x="1" y="72"/>
                    <a:pt x="1" y="167"/>
                  </a:cubicBezTo>
                  <a:cubicBezTo>
                    <a:pt x="1" y="250"/>
                    <a:pt x="72" y="334"/>
                    <a:pt x="156" y="334"/>
                  </a:cubicBezTo>
                  <a:lnTo>
                    <a:pt x="2977" y="334"/>
                  </a:lnTo>
                  <a:cubicBezTo>
                    <a:pt x="3061" y="334"/>
                    <a:pt x="3132" y="250"/>
                    <a:pt x="3132" y="167"/>
                  </a:cubicBezTo>
                  <a:cubicBezTo>
                    <a:pt x="3132" y="72"/>
                    <a:pt x="3061" y="0"/>
                    <a:pt x="2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43"/>
            <p:cNvSpPr/>
            <p:nvPr/>
          </p:nvSpPr>
          <p:spPr>
            <a:xfrm>
              <a:off x="5478924" y="1723079"/>
              <a:ext cx="60663" cy="10248"/>
            </a:xfrm>
            <a:custGeom>
              <a:rect b="b" l="l" r="r" t="t"/>
              <a:pathLst>
                <a:path extrusionOk="0" h="322" w="1906">
                  <a:moveTo>
                    <a:pt x="167" y="0"/>
                  </a:moveTo>
                  <a:cubicBezTo>
                    <a:pt x="72" y="0"/>
                    <a:pt x="1" y="72"/>
                    <a:pt x="1" y="167"/>
                  </a:cubicBezTo>
                  <a:cubicBezTo>
                    <a:pt x="1" y="251"/>
                    <a:pt x="72" y="322"/>
                    <a:pt x="167" y="322"/>
                  </a:cubicBezTo>
                  <a:lnTo>
                    <a:pt x="1739" y="322"/>
                  </a:lnTo>
                  <a:cubicBezTo>
                    <a:pt x="1822" y="322"/>
                    <a:pt x="1906" y="251"/>
                    <a:pt x="1906" y="167"/>
                  </a:cubicBezTo>
                  <a:cubicBezTo>
                    <a:pt x="1906" y="72"/>
                    <a:pt x="1846" y="0"/>
                    <a:pt x="17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43"/>
            <p:cNvSpPr/>
            <p:nvPr/>
          </p:nvSpPr>
          <p:spPr>
            <a:xfrm>
              <a:off x="5478924" y="1745422"/>
              <a:ext cx="99716" cy="10280"/>
            </a:xfrm>
            <a:custGeom>
              <a:rect b="b" l="l" r="r" t="t"/>
              <a:pathLst>
                <a:path extrusionOk="0" h="323" w="3133">
                  <a:moveTo>
                    <a:pt x="156" y="1"/>
                  </a:moveTo>
                  <a:cubicBezTo>
                    <a:pt x="72" y="1"/>
                    <a:pt x="1" y="72"/>
                    <a:pt x="1" y="156"/>
                  </a:cubicBezTo>
                  <a:cubicBezTo>
                    <a:pt x="1" y="251"/>
                    <a:pt x="72" y="322"/>
                    <a:pt x="156" y="322"/>
                  </a:cubicBezTo>
                  <a:lnTo>
                    <a:pt x="2977" y="322"/>
                  </a:lnTo>
                  <a:cubicBezTo>
                    <a:pt x="3061" y="322"/>
                    <a:pt x="3132" y="251"/>
                    <a:pt x="3132" y="156"/>
                  </a:cubicBezTo>
                  <a:cubicBezTo>
                    <a:pt x="3132" y="72"/>
                    <a:pt x="3061" y="1"/>
                    <a:pt x="29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43"/>
            <p:cNvSpPr/>
            <p:nvPr/>
          </p:nvSpPr>
          <p:spPr>
            <a:xfrm>
              <a:off x="5478924" y="1773112"/>
              <a:ext cx="60663" cy="10630"/>
            </a:xfrm>
            <a:custGeom>
              <a:rect b="b" l="l" r="r" t="t"/>
              <a:pathLst>
                <a:path extrusionOk="0" h="334" w="1906">
                  <a:moveTo>
                    <a:pt x="167" y="0"/>
                  </a:moveTo>
                  <a:cubicBezTo>
                    <a:pt x="72" y="0"/>
                    <a:pt x="1" y="83"/>
                    <a:pt x="1" y="167"/>
                  </a:cubicBezTo>
                  <a:cubicBezTo>
                    <a:pt x="1" y="262"/>
                    <a:pt x="72" y="333"/>
                    <a:pt x="167" y="333"/>
                  </a:cubicBezTo>
                  <a:lnTo>
                    <a:pt x="1739" y="333"/>
                  </a:lnTo>
                  <a:cubicBezTo>
                    <a:pt x="1822" y="333"/>
                    <a:pt x="1906" y="262"/>
                    <a:pt x="1906" y="167"/>
                  </a:cubicBezTo>
                  <a:cubicBezTo>
                    <a:pt x="1906" y="83"/>
                    <a:pt x="1846" y="0"/>
                    <a:pt x="17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43"/>
            <p:cNvSpPr/>
            <p:nvPr/>
          </p:nvSpPr>
          <p:spPr>
            <a:xfrm>
              <a:off x="5478924" y="1795455"/>
              <a:ext cx="99716" cy="10630"/>
            </a:xfrm>
            <a:custGeom>
              <a:rect b="b" l="l" r="r" t="t"/>
              <a:pathLst>
                <a:path extrusionOk="0" h="334" w="3133">
                  <a:moveTo>
                    <a:pt x="156" y="1"/>
                  </a:moveTo>
                  <a:cubicBezTo>
                    <a:pt x="72" y="1"/>
                    <a:pt x="1" y="72"/>
                    <a:pt x="1" y="167"/>
                  </a:cubicBezTo>
                  <a:cubicBezTo>
                    <a:pt x="1" y="251"/>
                    <a:pt x="72" y="334"/>
                    <a:pt x="156" y="334"/>
                  </a:cubicBezTo>
                  <a:lnTo>
                    <a:pt x="2977" y="334"/>
                  </a:lnTo>
                  <a:cubicBezTo>
                    <a:pt x="3061" y="334"/>
                    <a:pt x="3132" y="251"/>
                    <a:pt x="3132" y="167"/>
                  </a:cubicBezTo>
                  <a:cubicBezTo>
                    <a:pt x="3132" y="72"/>
                    <a:pt x="3061" y="1"/>
                    <a:pt x="29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43"/>
            <p:cNvSpPr/>
            <p:nvPr/>
          </p:nvSpPr>
          <p:spPr>
            <a:xfrm>
              <a:off x="5478924" y="1588926"/>
              <a:ext cx="99716" cy="10662"/>
            </a:xfrm>
            <a:custGeom>
              <a:rect b="b" l="l" r="r" t="t"/>
              <a:pathLst>
                <a:path extrusionOk="0" h="335" w="3133">
                  <a:moveTo>
                    <a:pt x="156" y="1"/>
                  </a:moveTo>
                  <a:cubicBezTo>
                    <a:pt x="72" y="1"/>
                    <a:pt x="1" y="72"/>
                    <a:pt x="1" y="167"/>
                  </a:cubicBezTo>
                  <a:cubicBezTo>
                    <a:pt x="1" y="251"/>
                    <a:pt x="72" y="334"/>
                    <a:pt x="156" y="334"/>
                  </a:cubicBezTo>
                  <a:lnTo>
                    <a:pt x="2977" y="334"/>
                  </a:lnTo>
                  <a:cubicBezTo>
                    <a:pt x="3061" y="334"/>
                    <a:pt x="3132" y="251"/>
                    <a:pt x="3132" y="167"/>
                  </a:cubicBezTo>
                  <a:cubicBezTo>
                    <a:pt x="3132" y="72"/>
                    <a:pt x="3061" y="1"/>
                    <a:pt x="29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43"/>
            <p:cNvSpPr/>
            <p:nvPr/>
          </p:nvSpPr>
          <p:spPr>
            <a:xfrm>
              <a:off x="5434207" y="1639341"/>
              <a:ext cx="144783" cy="10248"/>
            </a:xfrm>
            <a:custGeom>
              <a:rect b="b" l="l" r="r" t="t"/>
              <a:pathLst>
                <a:path extrusionOk="0" h="322" w="4549">
                  <a:moveTo>
                    <a:pt x="167" y="0"/>
                  </a:moveTo>
                  <a:cubicBezTo>
                    <a:pt x="84" y="0"/>
                    <a:pt x="1" y="72"/>
                    <a:pt x="1" y="155"/>
                  </a:cubicBezTo>
                  <a:cubicBezTo>
                    <a:pt x="1" y="250"/>
                    <a:pt x="84" y="322"/>
                    <a:pt x="167" y="322"/>
                  </a:cubicBezTo>
                  <a:lnTo>
                    <a:pt x="4382" y="322"/>
                  </a:lnTo>
                  <a:cubicBezTo>
                    <a:pt x="4466" y="322"/>
                    <a:pt x="4537" y="250"/>
                    <a:pt x="4537" y="155"/>
                  </a:cubicBezTo>
                  <a:cubicBezTo>
                    <a:pt x="4549" y="72"/>
                    <a:pt x="4466" y="0"/>
                    <a:pt x="4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43"/>
            <p:cNvSpPr/>
            <p:nvPr/>
          </p:nvSpPr>
          <p:spPr>
            <a:xfrm>
              <a:off x="5479306" y="1611301"/>
              <a:ext cx="26926" cy="10248"/>
            </a:xfrm>
            <a:custGeom>
              <a:rect b="b" l="l" r="r" t="t"/>
              <a:pathLst>
                <a:path extrusionOk="0" h="322" w="846">
                  <a:moveTo>
                    <a:pt x="167" y="0"/>
                  </a:moveTo>
                  <a:cubicBezTo>
                    <a:pt x="72" y="0"/>
                    <a:pt x="1" y="72"/>
                    <a:pt x="1" y="167"/>
                  </a:cubicBezTo>
                  <a:cubicBezTo>
                    <a:pt x="1" y="250"/>
                    <a:pt x="72" y="322"/>
                    <a:pt x="167" y="322"/>
                  </a:cubicBezTo>
                  <a:lnTo>
                    <a:pt x="691" y="322"/>
                  </a:lnTo>
                  <a:cubicBezTo>
                    <a:pt x="775" y="322"/>
                    <a:pt x="846" y="250"/>
                    <a:pt x="846" y="167"/>
                  </a:cubicBezTo>
                  <a:cubicBezTo>
                    <a:pt x="846" y="72"/>
                    <a:pt x="775" y="0"/>
                    <a:pt x="6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43"/>
            <p:cNvSpPr/>
            <p:nvPr/>
          </p:nvSpPr>
          <p:spPr>
            <a:xfrm>
              <a:off x="5518327" y="1611301"/>
              <a:ext cx="26958" cy="10248"/>
            </a:xfrm>
            <a:custGeom>
              <a:rect b="b" l="l" r="r" t="t"/>
              <a:pathLst>
                <a:path extrusionOk="0" h="322" w="847">
                  <a:moveTo>
                    <a:pt x="156" y="0"/>
                  </a:moveTo>
                  <a:cubicBezTo>
                    <a:pt x="72" y="0"/>
                    <a:pt x="1" y="72"/>
                    <a:pt x="1" y="167"/>
                  </a:cubicBezTo>
                  <a:cubicBezTo>
                    <a:pt x="1" y="250"/>
                    <a:pt x="72" y="322"/>
                    <a:pt x="156" y="322"/>
                  </a:cubicBezTo>
                  <a:lnTo>
                    <a:pt x="680" y="322"/>
                  </a:lnTo>
                  <a:cubicBezTo>
                    <a:pt x="763" y="322"/>
                    <a:pt x="846" y="250"/>
                    <a:pt x="846" y="167"/>
                  </a:cubicBezTo>
                  <a:cubicBezTo>
                    <a:pt x="846" y="72"/>
                    <a:pt x="763" y="0"/>
                    <a:pt x="6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3"/>
            <p:cNvSpPr/>
            <p:nvPr/>
          </p:nvSpPr>
          <p:spPr>
            <a:xfrm>
              <a:off x="5434207" y="1588926"/>
              <a:ext cx="32623" cy="32623"/>
            </a:xfrm>
            <a:custGeom>
              <a:rect b="b" l="l" r="r" t="t"/>
              <a:pathLst>
                <a:path extrusionOk="0" h="1025" w="1025">
                  <a:moveTo>
                    <a:pt x="703" y="334"/>
                  </a:moveTo>
                  <a:lnTo>
                    <a:pt x="703" y="703"/>
                  </a:lnTo>
                  <a:lnTo>
                    <a:pt x="334" y="703"/>
                  </a:lnTo>
                  <a:lnTo>
                    <a:pt x="334" y="334"/>
                  </a:lnTo>
                  <a:close/>
                  <a:moveTo>
                    <a:pt x="167" y="1"/>
                  </a:moveTo>
                  <a:cubicBezTo>
                    <a:pt x="84" y="1"/>
                    <a:pt x="1" y="72"/>
                    <a:pt x="1" y="167"/>
                  </a:cubicBezTo>
                  <a:lnTo>
                    <a:pt x="1" y="870"/>
                  </a:lnTo>
                  <a:cubicBezTo>
                    <a:pt x="1" y="953"/>
                    <a:pt x="84" y="1025"/>
                    <a:pt x="167" y="1025"/>
                  </a:cubicBezTo>
                  <a:lnTo>
                    <a:pt x="870" y="1025"/>
                  </a:lnTo>
                  <a:cubicBezTo>
                    <a:pt x="953" y="1025"/>
                    <a:pt x="1025" y="953"/>
                    <a:pt x="1025" y="870"/>
                  </a:cubicBezTo>
                  <a:lnTo>
                    <a:pt x="1025" y="167"/>
                  </a:lnTo>
                  <a:cubicBezTo>
                    <a:pt x="1025" y="72"/>
                    <a:pt x="953" y="1"/>
                    <a:pt x="8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8" name="Google Shape;568;p43"/>
          <p:cNvSpPr/>
          <p:nvPr/>
        </p:nvSpPr>
        <p:spPr>
          <a:xfrm>
            <a:off x="895975" y="3280363"/>
            <a:ext cx="892200" cy="892200"/>
          </a:xfrm>
          <a:prstGeom prst="ellipse">
            <a:avLst/>
          </a:prstGeom>
          <a:solidFill>
            <a:schemeClr val="lt1"/>
          </a:solidFill>
          <a:ln>
            <a:noFill/>
          </a:ln>
          <a:effectLst>
            <a:outerShdw blurRad="242888" rotWithShape="0" algn="bl" dir="5400000" dist="19050">
              <a:schemeClr val="lt2">
                <a:alpha val="21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ind"/>
              <a:ea typeface="Hind"/>
              <a:cs typeface="Hind"/>
              <a:sym typeface="Hind"/>
            </a:endParaRPr>
          </a:p>
        </p:txBody>
      </p:sp>
      <p:grpSp>
        <p:nvGrpSpPr>
          <p:cNvPr id="569" name="Google Shape;569;p43"/>
          <p:cNvGrpSpPr/>
          <p:nvPr/>
        </p:nvGrpSpPr>
        <p:grpSpPr>
          <a:xfrm>
            <a:off x="1123468" y="3508797"/>
            <a:ext cx="437264" cy="435361"/>
            <a:chOff x="3996113" y="4291176"/>
            <a:chExt cx="336512" cy="335048"/>
          </a:xfrm>
        </p:grpSpPr>
        <p:sp>
          <p:nvSpPr>
            <p:cNvPr id="570" name="Google Shape;570;p43"/>
            <p:cNvSpPr/>
            <p:nvPr/>
          </p:nvSpPr>
          <p:spPr>
            <a:xfrm>
              <a:off x="4082143" y="4323386"/>
              <a:ext cx="111810" cy="219833"/>
            </a:xfrm>
            <a:custGeom>
              <a:rect b="b" l="l" r="r" t="t"/>
              <a:pathLst>
                <a:path extrusionOk="0" h="6907" w="3513">
                  <a:moveTo>
                    <a:pt x="1751" y="322"/>
                  </a:moveTo>
                  <a:cubicBezTo>
                    <a:pt x="1846" y="322"/>
                    <a:pt x="1929" y="394"/>
                    <a:pt x="1929" y="501"/>
                  </a:cubicBezTo>
                  <a:lnTo>
                    <a:pt x="1929" y="942"/>
                  </a:lnTo>
                  <a:cubicBezTo>
                    <a:pt x="1929" y="1037"/>
                    <a:pt x="2001" y="1096"/>
                    <a:pt x="2084" y="1096"/>
                  </a:cubicBezTo>
                  <a:cubicBezTo>
                    <a:pt x="2691" y="1108"/>
                    <a:pt x="3179" y="1596"/>
                    <a:pt x="3179" y="2204"/>
                  </a:cubicBezTo>
                  <a:lnTo>
                    <a:pt x="3179" y="2525"/>
                  </a:lnTo>
                  <a:cubicBezTo>
                    <a:pt x="3179" y="2608"/>
                    <a:pt x="3108" y="2704"/>
                    <a:pt x="3001" y="2704"/>
                  </a:cubicBezTo>
                  <a:cubicBezTo>
                    <a:pt x="2917" y="2704"/>
                    <a:pt x="2822" y="2620"/>
                    <a:pt x="2822" y="2525"/>
                  </a:cubicBezTo>
                  <a:lnTo>
                    <a:pt x="2822" y="2204"/>
                  </a:lnTo>
                  <a:cubicBezTo>
                    <a:pt x="2834" y="1787"/>
                    <a:pt x="2501" y="1454"/>
                    <a:pt x="2060" y="1454"/>
                  </a:cubicBezTo>
                  <a:lnTo>
                    <a:pt x="1608" y="1454"/>
                  </a:lnTo>
                  <a:cubicBezTo>
                    <a:pt x="1096" y="1454"/>
                    <a:pt x="679" y="1870"/>
                    <a:pt x="679" y="2370"/>
                  </a:cubicBezTo>
                  <a:cubicBezTo>
                    <a:pt x="679" y="2882"/>
                    <a:pt x="1096" y="3299"/>
                    <a:pt x="1608" y="3299"/>
                  </a:cubicBezTo>
                  <a:lnTo>
                    <a:pt x="1917" y="3299"/>
                  </a:lnTo>
                  <a:cubicBezTo>
                    <a:pt x="2620" y="3299"/>
                    <a:pt x="3191" y="3859"/>
                    <a:pt x="3191" y="4573"/>
                  </a:cubicBezTo>
                  <a:cubicBezTo>
                    <a:pt x="3191" y="5216"/>
                    <a:pt x="2715" y="5764"/>
                    <a:pt x="2084" y="5835"/>
                  </a:cubicBezTo>
                  <a:cubicBezTo>
                    <a:pt x="2001" y="5859"/>
                    <a:pt x="1941" y="5918"/>
                    <a:pt x="1941" y="5990"/>
                  </a:cubicBezTo>
                  <a:lnTo>
                    <a:pt x="1941" y="6454"/>
                  </a:lnTo>
                  <a:cubicBezTo>
                    <a:pt x="1941" y="6538"/>
                    <a:pt x="1870" y="6633"/>
                    <a:pt x="1762" y="6633"/>
                  </a:cubicBezTo>
                  <a:cubicBezTo>
                    <a:pt x="1667" y="6633"/>
                    <a:pt x="1584" y="6549"/>
                    <a:pt x="1584" y="6454"/>
                  </a:cubicBezTo>
                  <a:lnTo>
                    <a:pt x="1584" y="6002"/>
                  </a:lnTo>
                  <a:cubicBezTo>
                    <a:pt x="1584" y="5918"/>
                    <a:pt x="1512" y="5859"/>
                    <a:pt x="1441" y="5859"/>
                  </a:cubicBezTo>
                  <a:cubicBezTo>
                    <a:pt x="834" y="5835"/>
                    <a:pt x="334" y="5347"/>
                    <a:pt x="334" y="4740"/>
                  </a:cubicBezTo>
                  <a:cubicBezTo>
                    <a:pt x="334" y="4644"/>
                    <a:pt x="417" y="4561"/>
                    <a:pt x="512" y="4561"/>
                  </a:cubicBezTo>
                  <a:cubicBezTo>
                    <a:pt x="608" y="4561"/>
                    <a:pt x="691" y="4633"/>
                    <a:pt x="691" y="4740"/>
                  </a:cubicBezTo>
                  <a:cubicBezTo>
                    <a:pt x="691" y="5156"/>
                    <a:pt x="1036" y="5502"/>
                    <a:pt x="1453" y="5502"/>
                  </a:cubicBezTo>
                  <a:lnTo>
                    <a:pt x="1929" y="5502"/>
                  </a:lnTo>
                  <a:cubicBezTo>
                    <a:pt x="2441" y="5502"/>
                    <a:pt x="2858" y="5085"/>
                    <a:pt x="2858" y="4573"/>
                  </a:cubicBezTo>
                  <a:cubicBezTo>
                    <a:pt x="2858" y="4073"/>
                    <a:pt x="2441" y="3656"/>
                    <a:pt x="1929" y="3656"/>
                  </a:cubicBezTo>
                  <a:lnTo>
                    <a:pt x="1608" y="3656"/>
                  </a:lnTo>
                  <a:cubicBezTo>
                    <a:pt x="905" y="3656"/>
                    <a:pt x="322" y="3085"/>
                    <a:pt x="322" y="2370"/>
                  </a:cubicBezTo>
                  <a:cubicBezTo>
                    <a:pt x="322" y="1727"/>
                    <a:pt x="798" y="1180"/>
                    <a:pt x="1441" y="1108"/>
                  </a:cubicBezTo>
                  <a:cubicBezTo>
                    <a:pt x="1512" y="1096"/>
                    <a:pt x="1572" y="1037"/>
                    <a:pt x="1572" y="953"/>
                  </a:cubicBezTo>
                  <a:lnTo>
                    <a:pt x="1572" y="501"/>
                  </a:lnTo>
                  <a:cubicBezTo>
                    <a:pt x="1572" y="406"/>
                    <a:pt x="1643" y="322"/>
                    <a:pt x="1751" y="322"/>
                  </a:cubicBezTo>
                  <a:close/>
                  <a:moveTo>
                    <a:pt x="1762" y="1"/>
                  </a:moveTo>
                  <a:cubicBezTo>
                    <a:pt x="1500" y="1"/>
                    <a:pt x="1274" y="227"/>
                    <a:pt x="1274" y="501"/>
                  </a:cubicBezTo>
                  <a:lnTo>
                    <a:pt x="1274" y="823"/>
                  </a:lnTo>
                  <a:cubicBezTo>
                    <a:pt x="548" y="977"/>
                    <a:pt x="24" y="1608"/>
                    <a:pt x="24" y="2370"/>
                  </a:cubicBezTo>
                  <a:cubicBezTo>
                    <a:pt x="24" y="3251"/>
                    <a:pt x="738" y="3954"/>
                    <a:pt x="1608" y="3954"/>
                  </a:cubicBezTo>
                  <a:lnTo>
                    <a:pt x="1917" y="3954"/>
                  </a:lnTo>
                  <a:cubicBezTo>
                    <a:pt x="2262" y="3954"/>
                    <a:pt x="2524" y="4216"/>
                    <a:pt x="2524" y="4561"/>
                  </a:cubicBezTo>
                  <a:cubicBezTo>
                    <a:pt x="2524" y="4906"/>
                    <a:pt x="2262" y="5168"/>
                    <a:pt x="1917" y="5168"/>
                  </a:cubicBezTo>
                  <a:lnTo>
                    <a:pt x="1441" y="5168"/>
                  </a:lnTo>
                  <a:cubicBezTo>
                    <a:pt x="1191" y="5168"/>
                    <a:pt x="977" y="4966"/>
                    <a:pt x="977" y="4704"/>
                  </a:cubicBezTo>
                  <a:cubicBezTo>
                    <a:pt x="977" y="4442"/>
                    <a:pt x="750" y="4216"/>
                    <a:pt x="488" y="4216"/>
                  </a:cubicBezTo>
                  <a:cubicBezTo>
                    <a:pt x="215" y="4216"/>
                    <a:pt x="0" y="4442"/>
                    <a:pt x="0" y="4704"/>
                  </a:cubicBezTo>
                  <a:cubicBezTo>
                    <a:pt x="0" y="5442"/>
                    <a:pt x="548" y="6037"/>
                    <a:pt x="1250" y="6121"/>
                  </a:cubicBezTo>
                  <a:lnTo>
                    <a:pt x="1250" y="6418"/>
                  </a:lnTo>
                  <a:cubicBezTo>
                    <a:pt x="1250" y="6692"/>
                    <a:pt x="1465" y="6907"/>
                    <a:pt x="1739" y="6907"/>
                  </a:cubicBezTo>
                  <a:cubicBezTo>
                    <a:pt x="2001" y="6907"/>
                    <a:pt x="2227" y="6692"/>
                    <a:pt x="2227" y="6418"/>
                  </a:cubicBezTo>
                  <a:lnTo>
                    <a:pt x="2227" y="6121"/>
                  </a:lnTo>
                  <a:cubicBezTo>
                    <a:pt x="2953" y="5978"/>
                    <a:pt x="3477" y="5335"/>
                    <a:pt x="3477" y="4573"/>
                  </a:cubicBezTo>
                  <a:cubicBezTo>
                    <a:pt x="3477" y="3692"/>
                    <a:pt x="2763" y="3001"/>
                    <a:pt x="1905" y="3001"/>
                  </a:cubicBezTo>
                  <a:lnTo>
                    <a:pt x="1608" y="3001"/>
                  </a:lnTo>
                  <a:cubicBezTo>
                    <a:pt x="1262" y="3001"/>
                    <a:pt x="989" y="2728"/>
                    <a:pt x="989" y="2382"/>
                  </a:cubicBezTo>
                  <a:cubicBezTo>
                    <a:pt x="989" y="2037"/>
                    <a:pt x="1262" y="1775"/>
                    <a:pt x="1608" y="1775"/>
                  </a:cubicBezTo>
                  <a:lnTo>
                    <a:pt x="2084" y="1775"/>
                  </a:lnTo>
                  <a:cubicBezTo>
                    <a:pt x="2334" y="1775"/>
                    <a:pt x="2536" y="1989"/>
                    <a:pt x="2536" y="2239"/>
                  </a:cubicBezTo>
                  <a:lnTo>
                    <a:pt x="2536" y="2549"/>
                  </a:lnTo>
                  <a:cubicBezTo>
                    <a:pt x="2524" y="2799"/>
                    <a:pt x="2751" y="3013"/>
                    <a:pt x="3013" y="3013"/>
                  </a:cubicBezTo>
                  <a:cubicBezTo>
                    <a:pt x="3286" y="3013"/>
                    <a:pt x="3513" y="2787"/>
                    <a:pt x="3513" y="2525"/>
                  </a:cubicBezTo>
                  <a:lnTo>
                    <a:pt x="3513" y="2204"/>
                  </a:lnTo>
                  <a:cubicBezTo>
                    <a:pt x="3513" y="1477"/>
                    <a:pt x="2953" y="882"/>
                    <a:pt x="2262" y="799"/>
                  </a:cubicBezTo>
                  <a:lnTo>
                    <a:pt x="2262" y="501"/>
                  </a:lnTo>
                  <a:cubicBezTo>
                    <a:pt x="2262" y="227"/>
                    <a:pt x="2036" y="1"/>
                    <a:pt x="17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43"/>
            <p:cNvSpPr/>
            <p:nvPr/>
          </p:nvSpPr>
          <p:spPr>
            <a:xfrm>
              <a:off x="4226894" y="4523485"/>
              <a:ext cx="52324" cy="51942"/>
            </a:xfrm>
            <a:custGeom>
              <a:rect b="b" l="l" r="r" t="t"/>
              <a:pathLst>
                <a:path extrusionOk="0" h="1632" w="1644">
                  <a:moveTo>
                    <a:pt x="822" y="310"/>
                  </a:moveTo>
                  <a:cubicBezTo>
                    <a:pt x="1108" y="310"/>
                    <a:pt x="1322" y="536"/>
                    <a:pt x="1322" y="822"/>
                  </a:cubicBezTo>
                  <a:cubicBezTo>
                    <a:pt x="1322" y="1096"/>
                    <a:pt x="1108" y="1322"/>
                    <a:pt x="822" y="1322"/>
                  </a:cubicBezTo>
                  <a:cubicBezTo>
                    <a:pt x="536" y="1322"/>
                    <a:pt x="310" y="1096"/>
                    <a:pt x="310" y="822"/>
                  </a:cubicBezTo>
                  <a:cubicBezTo>
                    <a:pt x="310" y="536"/>
                    <a:pt x="536" y="310"/>
                    <a:pt x="822" y="310"/>
                  </a:cubicBezTo>
                  <a:close/>
                  <a:moveTo>
                    <a:pt x="822" y="0"/>
                  </a:moveTo>
                  <a:cubicBezTo>
                    <a:pt x="370" y="0"/>
                    <a:pt x="0" y="370"/>
                    <a:pt x="0" y="822"/>
                  </a:cubicBezTo>
                  <a:cubicBezTo>
                    <a:pt x="0" y="1263"/>
                    <a:pt x="370" y="1632"/>
                    <a:pt x="822" y="1632"/>
                  </a:cubicBezTo>
                  <a:cubicBezTo>
                    <a:pt x="1263" y="1632"/>
                    <a:pt x="1644" y="1263"/>
                    <a:pt x="1644" y="822"/>
                  </a:cubicBezTo>
                  <a:cubicBezTo>
                    <a:pt x="1644" y="370"/>
                    <a:pt x="1263" y="0"/>
                    <a:pt x="8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43"/>
            <p:cNvSpPr/>
            <p:nvPr/>
          </p:nvSpPr>
          <p:spPr>
            <a:xfrm>
              <a:off x="3996113" y="4291176"/>
              <a:ext cx="336512" cy="335048"/>
            </a:xfrm>
            <a:custGeom>
              <a:rect b="b" l="l" r="r" t="t"/>
              <a:pathLst>
                <a:path extrusionOk="0" h="10527" w="10573">
                  <a:moveTo>
                    <a:pt x="8216" y="5930"/>
                  </a:moveTo>
                  <a:lnTo>
                    <a:pt x="8335" y="6537"/>
                  </a:lnTo>
                  <a:cubicBezTo>
                    <a:pt x="8359" y="6597"/>
                    <a:pt x="8394" y="6645"/>
                    <a:pt x="8442" y="6657"/>
                  </a:cubicBezTo>
                  <a:cubicBezTo>
                    <a:pt x="8502" y="6668"/>
                    <a:pt x="8549" y="6692"/>
                    <a:pt x="8609" y="6716"/>
                  </a:cubicBezTo>
                  <a:cubicBezTo>
                    <a:pt x="8631" y="6729"/>
                    <a:pt x="8653" y="6734"/>
                    <a:pt x="8674" y="6734"/>
                  </a:cubicBezTo>
                  <a:cubicBezTo>
                    <a:pt x="8710" y="6734"/>
                    <a:pt x="8745" y="6719"/>
                    <a:pt x="8775" y="6704"/>
                  </a:cubicBezTo>
                  <a:lnTo>
                    <a:pt x="9252" y="6311"/>
                  </a:lnTo>
                  <a:lnTo>
                    <a:pt x="9561" y="6585"/>
                  </a:lnTo>
                  <a:lnTo>
                    <a:pt x="9264" y="7121"/>
                  </a:lnTo>
                  <a:cubicBezTo>
                    <a:pt x="9228" y="7157"/>
                    <a:pt x="9228" y="7216"/>
                    <a:pt x="9264" y="7276"/>
                  </a:cubicBezTo>
                  <a:cubicBezTo>
                    <a:pt x="9287" y="7323"/>
                    <a:pt x="9323" y="7371"/>
                    <a:pt x="9347" y="7430"/>
                  </a:cubicBezTo>
                  <a:cubicBezTo>
                    <a:pt x="9383" y="7478"/>
                    <a:pt x="9430" y="7514"/>
                    <a:pt x="9490" y="7514"/>
                  </a:cubicBezTo>
                  <a:lnTo>
                    <a:pt x="10109" y="7538"/>
                  </a:lnTo>
                  <a:lnTo>
                    <a:pt x="10180" y="7942"/>
                  </a:lnTo>
                  <a:lnTo>
                    <a:pt x="9645" y="8157"/>
                  </a:lnTo>
                  <a:cubicBezTo>
                    <a:pt x="9585" y="8181"/>
                    <a:pt x="9561" y="8240"/>
                    <a:pt x="9549" y="8276"/>
                  </a:cubicBezTo>
                  <a:cubicBezTo>
                    <a:pt x="9549" y="8335"/>
                    <a:pt x="9526" y="8383"/>
                    <a:pt x="9514" y="8442"/>
                  </a:cubicBezTo>
                  <a:cubicBezTo>
                    <a:pt x="9502" y="8502"/>
                    <a:pt x="9514" y="8562"/>
                    <a:pt x="9561" y="8597"/>
                  </a:cubicBezTo>
                  <a:lnTo>
                    <a:pt x="10014" y="8990"/>
                  </a:lnTo>
                  <a:lnTo>
                    <a:pt x="9811" y="9347"/>
                  </a:lnTo>
                  <a:lnTo>
                    <a:pt x="9228" y="9157"/>
                  </a:lnTo>
                  <a:cubicBezTo>
                    <a:pt x="9213" y="9154"/>
                    <a:pt x="9198" y="9152"/>
                    <a:pt x="9184" y="9152"/>
                  </a:cubicBezTo>
                  <a:cubicBezTo>
                    <a:pt x="9141" y="9152"/>
                    <a:pt x="9103" y="9166"/>
                    <a:pt x="9085" y="9193"/>
                  </a:cubicBezTo>
                  <a:cubicBezTo>
                    <a:pt x="9037" y="9228"/>
                    <a:pt x="8990" y="9264"/>
                    <a:pt x="8954" y="9288"/>
                  </a:cubicBezTo>
                  <a:cubicBezTo>
                    <a:pt x="8906" y="9324"/>
                    <a:pt x="8871" y="9383"/>
                    <a:pt x="8895" y="9443"/>
                  </a:cubicBezTo>
                  <a:lnTo>
                    <a:pt x="8978" y="10050"/>
                  </a:lnTo>
                  <a:lnTo>
                    <a:pt x="8597" y="10181"/>
                  </a:lnTo>
                  <a:lnTo>
                    <a:pt x="8264" y="9669"/>
                  </a:lnTo>
                  <a:cubicBezTo>
                    <a:pt x="8228" y="9621"/>
                    <a:pt x="8192" y="9585"/>
                    <a:pt x="8133" y="9585"/>
                  </a:cubicBezTo>
                  <a:lnTo>
                    <a:pt x="7954" y="9585"/>
                  </a:lnTo>
                  <a:cubicBezTo>
                    <a:pt x="7894" y="9585"/>
                    <a:pt x="7847" y="9621"/>
                    <a:pt x="7811" y="9669"/>
                  </a:cubicBezTo>
                  <a:lnTo>
                    <a:pt x="7490" y="10181"/>
                  </a:lnTo>
                  <a:lnTo>
                    <a:pt x="7097" y="10050"/>
                  </a:lnTo>
                  <a:lnTo>
                    <a:pt x="7192" y="9443"/>
                  </a:lnTo>
                  <a:cubicBezTo>
                    <a:pt x="7204" y="9383"/>
                    <a:pt x="7180" y="9324"/>
                    <a:pt x="7132" y="9288"/>
                  </a:cubicBezTo>
                  <a:cubicBezTo>
                    <a:pt x="7085" y="9264"/>
                    <a:pt x="7037" y="9216"/>
                    <a:pt x="7001" y="9193"/>
                  </a:cubicBezTo>
                  <a:cubicBezTo>
                    <a:pt x="6970" y="9161"/>
                    <a:pt x="6933" y="9145"/>
                    <a:pt x="6897" y="9145"/>
                  </a:cubicBezTo>
                  <a:cubicBezTo>
                    <a:pt x="6880" y="9145"/>
                    <a:pt x="6863" y="9149"/>
                    <a:pt x="6847" y="9157"/>
                  </a:cubicBezTo>
                  <a:lnTo>
                    <a:pt x="6275" y="9347"/>
                  </a:lnTo>
                  <a:lnTo>
                    <a:pt x="6061" y="8990"/>
                  </a:lnTo>
                  <a:lnTo>
                    <a:pt x="6525" y="8597"/>
                  </a:lnTo>
                  <a:cubicBezTo>
                    <a:pt x="6573" y="8550"/>
                    <a:pt x="6585" y="8502"/>
                    <a:pt x="6573" y="8442"/>
                  </a:cubicBezTo>
                  <a:cubicBezTo>
                    <a:pt x="6549" y="8383"/>
                    <a:pt x="6537" y="8335"/>
                    <a:pt x="6537" y="8276"/>
                  </a:cubicBezTo>
                  <a:cubicBezTo>
                    <a:pt x="6537" y="8216"/>
                    <a:pt x="6489" y="8169"/>
                    <a:pt x="6430" y="8157"/>
                  </a:cubicBezTo>
                  <a:lnTo>
                    <a:pt x="5847" y="7942"/>
                  </a:lnTo>
                  <a:lnTo>
                    <a:pt x="5930" y="7538"/>
                  </a:lnTo>
                  <a:lnTo>
                    <a:pt x="6549" y="7514"/>
                  </a:lnTo>
                  <a:cubicBezTo>
                    <a:pt x="6609" y="7514"/>
                    <a:pt x="6656" y="7490"/>
                    <a:pt x="6680" y="7430"/>
                  </a:cubicBezTo>
                  <a:cubicBezTo>
                    <a:pt x="6716" y="7383"/>
                    <a:pt x="6740" y="7323"/>
                    <a:pt x="6775" y="7276"/>
                  </a:cubicBezTo>
                  <a:cubicBezTo>
                    <a:pt x="6811" y="7240"/>
                    <a:pt x="6811" y="7180"/>
                    <a:pt x="6775" y="7121"/>
                  </a:cubicBezTo>
                  <a:lnTo>
                    <a:pt x="6478" y="6585"/>
                  </a:lnTo>
                  <a:lnTo>
                    <a:pt x="6787" y="6311"/>
                  </a:lnTo>
                  <a:lnTo>
                    <a:pt x="7263" y="6704"/>
                  </a:lnTo>
                  <a:cubicBezTo>
                    <a:pt x="7293" y="6719"/>
                    <a:pt x="7327" y="6729"/>
                    <a:pt x="7363" y="6729"/>
                  </a:cubicBezTo>
                  <a:cubicBezTo>
                    <a:pt x="7385" y="6729"/>
                    <a:pt x="7407" y="6725"/>
                    <a:pt x="7430" y="6716"/>
                  </a:cubicBezTo>
                  <a:cubicBezTo>
                    <a:pt x="7478" y="6704"/>
                    <a:pt x="7537" y="6668"/>
                    <a:pt x="7597" y="6657"/>
                  </a:cubicBezTo>
                  <a:cubicBezTo>
                    <a:pt x="7656" y="6645"/>
                    <a:pt x="7680" y="6597"/>
                    <a:pt x="7704" y="6537"/>
                  </a:cubicBezTo>
                  <a:lnTo>
                    <a:pt x="7823" y="5930"/>
                  </a:lnTo>
                  <a:close/>
                  <a:moveTo>
                    <a:pt x="4454" y="1"/>
                  </a:moveTo>
                  <a:cubicBezTo>
                    <a:pt x="3739" y="1"/>
                    <a:pt x="3025" y="180"/>
                    <a:pt x="2382" y="513"/>
                  </a:cubicBezTo>
                  <a:cubicBezTo>
                    <a:pt x="2310" y="561"/>
                    <a:pt x="2287" y="644"/>
                    <a:pt x="2322" y="715"/>
                  </a:cubicBezTo>
                  <a:cubicBezTo>
                    <a:pt x="2354" y="770"/>
                    <a:pt x="2405" y="799"/>
                    <a:pt x="2458" y="799"/>
                  </a:cubicBezTo>
                  <a:cubicBezTo>
                    <a:pt x="2485" y="799"/>
                    <a:pt x="2512" y="791"/>
                    <a:pt x="2537" y="775"/>
                  </a:cubicBezTo>
                  <a:cubicBezTo>
                    <a:pt x="3132" y="465"/>
                    <a:pt x="3787" y="299"/>
                    <a:pt x="4454" y="299"/>
                  </a:cubicBezTo>
                  <a:cubicBezTo>
                    <a:pt x="6728" y="299"/>
                    <a:pt x="8597" y="2168"/>
                    <a:pt x="8597" y="4442"/>
                  </a:cubicBezTo>
                  <a:cubicBezTo>
                    <a:pt x="8597" y="4847"/>
                    <a:pt x="8537" y="5228"/>
                    <a:pt x="8430" y="5621"/>
                  </a:cubicBezTo>
                  <a:lnTo>
                    <a:pt x="7740" y="5621"/>
                  </a:lnTo>
                  <a:cubicBezTo>
                    <a:pt x="7668" y="5621"/>
                    <a:pt x="7609" y="5656"/>
                    <a:pt x="7597" y="5728"/>
                  </a:cubicBezTo>
                  <a:lnTo>
                    <a:pt x="7466" y="6371"/>
                  </a:lnTo>
                  <a:lnTo>
                    <a:pt x="7442" y="6371"/>
                  </a:lnTo>
                  <a:lnTo>
                    <a:pt x="6942" y="5966"/>
                  </a:lnTo>
                  <a:cubicBezTo>
                    <a:pt x="6912" y="5948"/>
                    <a:pt x="6879" y="5939"/>
                    <a:pt x="6847" y="5939"/>
                  </a:cubicBezTo>
                  <a:cubicBezTo>
                    <a:pt x="6814" y="5939"/>
                    <a:pt x="6781" y="5948"/>
                    <a:pt x="6751" y="5966"/>
                  </a:cubicBezTo>
                  <a:lnTo>
                    <a:pt x="6239" y="6407"/>
                  </a:lnTo>
                  <a:cubicBezTo>
                    <a:pt x="6180" y="6442"/>
                    <a:pt x="6168" y="6537"/>
                    <a:pt x="6216" y="6597"/>
                  </a:cubicBezTo>
                  <a:lnTo>
                    <a:pt x="6525" y="7180"/>
                  </a:lnTo>
                  <a:cubicBezTo>
                    <a:pt x="6525" y="7180"/>
                    <a:pt x="6525" y="7192"/>
                    <a:pt x="6513" y="7192"/>
                  </a:cubicBezTo>
                  <a:lnTo>
                    <a:pt x="5858" y="7204"/>
                  </a:lnTo>
                  <a:cubicBezTo>
                    <a:pt x="5775" y="7204"/>
                    <a:pt x="5716" y="7264"/>
                    <a:pt x="5704" y="7335"/>
                  </a:cubicBezTo>
                  <a:lnTo>
                    <a:pt x="5585" y="7990"/>
                  </a:lnTo>
                  <a:cubicBezTo>
                    <a:pt x="5573" y="8073"/>
                    <a:pt x="5620" y="8145"/>
                    <a:pt x="5680" y="8157"/>
                  </a:cubicBezTo>
                  <a:lnTo>
                    <a:pt x="6013" y="8288"/>
                  </a:lnTo>
                  <a:cubicBezTo>
                    <a:pt x="5525" y="8502"/>
                    <a:pt x="5001" y="8585"/>
                    <a:pt x="4454" y="8585"/>
                  </a:cubicBezTo>
                  <a:cubicBezTo>
                    <a:pt x="2179" y="8585"/>
                    <a:pt x="322" y="6728"/>
                    <a:pt x="322" y="4454"/>
                  </a:cubicBezTo>
                  <a:cubicBezTo>
                    <a:pt x="322" y="3168"/>
                    <a:pt x="894" y="2001"/>
                    <a:pt x="1894" y="1203"/>
                  </a:cubicBezTo>
                  <a:cubicBezTo>
                    <a:pt x="1965" y="1144"/>
                    <a:pt x="1965" y="1061"/>
                    <a:pt x="1929" y="989"/>
                  </a:cubicBezTo>
                  <a:cubicBezTo>
                    <a:pt x="1895" y="942"/>
                    <a:pt x="1850" y="921"/>
                    <a:pt x="1804" y="921"/>
                  </a:cubicBezTo>
                  <a:cubicBezTo>
                    <a:pt x="1769" y="921"/>
                    <a:pt x="1734" y="933"/>
                    <a:pt x="1703" y="953"/>
                  </a:cubicBezTo>
                  <a:cubicBezTo>
                    <a:pt x="632" y="1799"/>
                    <a:pt x="1" y="3085"/>
                    <a:pt x="1" y="4454"/>
                  </a:cubicBezTo>
                  <a:cubicBezTo>
                    <a:pt x="1" y="5645"/>
                    <a:pt x="465" y="6764"/>
                    <a:pt x="1298" y="7597"/>
                  </a:cubicBezTo>
                  <a:cubicBezTo>
                    <a:pt x="2132" y="8431"/>
                    <a:pt x="3251" y="8883"/>
                    <a:pt x="4442" y="8883"/>
                  </a:cubicBezTo>
                  <a:cubicBezTo>
                    <a:pt x="5001" y="8883"/>
                    <a:pt x="5537" y="8788"/>
                    <a:pt x="6049" y="8585"/>
                  </a:cubicBezTo>
                  <a:lnTo>
                    <a:pt x="6049" y="8585"/>
                  </a:lnTo>
                  <a:lnTo>
                    <a:pt x="5775" y="8823"/>
                  </a:lnTo>
                  <a:cubicBezTo>
                    <a:pt x="5716" y="8871"/>
                    <a:pt x="5704" y="8966"/>
                    <a:pt x="5751" y="9026"/>
                  </a:cubicBezTo>
                  <a:lnTo>
                    <a:pt x="6073" y="9585"/>
                  </a:lnTo>
                  <a:cubicBezTo>
                    <a:pt x="6101" y="9632"/>
                    <a:pt x="6158" y="9664"/>
                    <a:pt x="6211" y="9664"/>
                  </a:cubicBezTo>
                  <a:cubicBezTo>
                    <a:pt x="6225" y="9664"/>
                    <a:pt x="6239" y="9662"/>
                    <a:pt x="6251" y="9657"/>
                  </a:cubicBezTo>
                  <a:lnTo>
                    <a:pt x="6882" y="9455"/>
                  </a:lnTo>
                  <a:cubicBezTo>
                    <a:pt x="6882" y="9455"/>
                    <a:pt x="6894" y="9455"/>
                    <a:pt x="6894" y="9466"/>
                  </a:cubicBezTo>
                  <a:lnTo>
                    <a:pt x="6787" y="10121"/>
                  </a:lnTo>
                  <a:cubicBezTo>
                    <a:pt x="6775" y="10193"/>
                    <a:pt x="6823" y="10276"/>
                    <a:pt x="6894" y="10288"/>
                  </a:cubicBezTo>
                  <a:lnTo>
                    <a:pt x="7525" y="10514"/>
                  </a:lnTo>
                  <a:cubicBezTo>
                    <a:pt x="7537" y="10514"/>
                    <a:pt x="7549" y="10526"/>
                    <a:pt x="7585" y="10526"/>
                  </a:cubicBezTo>
                  <a:cubicBezTo>
                    <a:pt x="7644" y="10526"/>
                    <a:pt x="7680" y="10490"/>
                    <a:pt x="7716" y="10455"/>
                  </a:cubicBezTo>
                  <a:lnTo>
                    <a:pt x="8061" y="9883"/>
                  </a:lnTo>
                  <a:lnTo>
                    <a:pt x="8073" y="9883"/>
                  </a:lnTo>
                  <a:lnTo>
                    <a:pt x="8418" y="10455"/>
                  </a:lnTo>
                  <a:cubicBezTo>
                    <a:pt x="8445" y="10499"/>
                    <a:pt x="8497" y="10523"/>
                    <a:pt x="8547" y="10523"/>
                  </a:cubicBezTo>
                  <a:cubicBezTo>
                    <a:pt x="8565" y="10523"/>
                    <a:pt x="8582" y="10520"/>
                    <a:pt x="8597" y="10514"/>
                  </a:cubicBezTo>
                  <a:lnTo>
                    <a:pt x="9216" y="10288"/>
                  </a:lnTo>
                  <a:cubicBezTo>
                    <a:pt x="9287" y="10252"/>
                    <a:pt x="9323" y="10193"/>
                    <a:pt x="9323" y="10121"/>
                  </a:cubicBezTo>
                  <a:lnTo>
                    <a:pt x="9216" y="9466"/>
                  </a:lnTo>
                  <a:cubicBezTo>
                    <a:pt x="9216" y="9466"/>
                    <a:pt x="9228" y="9466"/>
                    <a:pt x="9228" y="9455"/>
                  </a:cubicBezTo>
                  <a:lnTo>
                    <a:pt x="9859" y="9657"/>
                  </a:lnTo>
                  <a:cubicBezTo>
                    <a:pt x="9878" y="9666"/>
                    <a:pt x="9897" y="9671"/>
                    <a:pt x="9916" y="9671"/>
                  </a:cubicBezTo>
                  <a:cubicBezTo>
                    <a:pt x="9966" y="9671"/>
                    <a:pt x="10011" y="9638"/>
                    <a:pt x="10038" y="9585"/>
                  </a:cubicBezTo>
                  <a:lnTo>
                    <a:pt x="10359" y="9026"/>
                  </a:lnTo>
                  <a:cubicBezTo>
                    <a:pt x="10395" y="8966"/>
                    <a:pt x="10395" y="8871"/>
                    <a:pt x="10335" y="8823"/>
                  </a:cubicBezTo>
                  <a:lnTo>
                    <a:pt x="9847" y="8395"/>
                  </a:lnTo>
                  <a:lnTo>
                    <a:pt x="9847" y="8383"/>
                  </a:lnTo>
                  <a:lnTo>
                    <a:pt x="10454" y="8145"/>
                  </a:lnTo>
                  <a:cubicBezTo>
                    <a:pt x="10460" y="8146"/>
                    <a:pt x="10465" y="8146"/>
                    <a:pt x="10470" y="8146"/>
                  </a:cubicBezTo>
                  <a:cubicBezTo>
                    <a:pt x="10532" y="8146"/>
                    <a:pt x="10572" y="8080"/>
                    <a:pt x="10561" y="8014"/>
                  </a:cubicBezTo>
                  <a:lnTo>
                    <a:pt x="10442" y="7359"/>
                  </a:lnTo>
                  <a:cubicBezTo>
                    <a:pt x="10419" y="7288"/>
                    <a:pt x="10359" y="7240"/>
                    <a:pt x="10288" y="7228"/>
                  </a:cubicBezTo>
                  <a:lnTo>
                    <a:pt x="9633" y="7204"/>
                  </a:lnTo>
                  <a:cubicBezTo>
                    <a:pt x="9633" y="7204"/>
                    <a:pt x="9633" y="7192"/>
                    <a:pt x="9621" y="7192"/>
                  </a:cubicBezTo>
                  <a:lnTo>
                    <a:pt x="9930" y="6609"/>
                  </a:lnTo>
                  <a:cubicBezTo>
                    <a:pt x="9966" y="6549"/>
                    <a:pt x="9942" y="6466"/>
                    <a:pt x="9907" y="6418"/>
                  </a:cubicBezTo>
                  <a:lnTo>
                    <a:pt x="9395" y="5990"/>
                  </a:lnTo>
                  <a:cubicBezTo>
                    <a:pt x="9365" y="5966"/>
                    <a:pt x="9332" y="5954"/>
                    <a:pt x="9299" y="5954"/>
                  </a:cubicBezTo>
                  <a:cubicBezTo>
                    <a:pt x="9267" y="5954"/>
                    <a:pt x="9234" y="5966"/>
                    <a:pt x="9204" y="5990"/>
                  </a:cubicBezTo>
                  <a:lnTo>
                    <a:pt x="8692" y="6395"/>
                  </a:lnTo>
                  <a:lnTo>
                    <a:pt x="8680" y="6395"/>
                  </a:lnTo>
                  <a:lnTo>
                    <a:pt x="8609" y="6049"/>
                  </a:lnTo>
                  <a:lnTo>
                    <a:pt x="8609" y="6037"/>
                  </a:lnTo>
                  <a:cubicBezTo>
                    <a:pt x="8799" y="5525"/>
                    <a:pt x="8895" y="5002"/>
                    <a:pt x="8895" y="4454"/>
                  </a:cubicBezTo>
                  <a:cubicBezTo>
                    <a:pt x="8895" y="3263"/>
                    <a:pt x="8430" y="2144"/>
                    <a:pt x="7597" y="1311"/>
                  </a:cubicBezTo>
                  <a:cubicBezTo>
                    <a:pt x="6763" y="477"/>
                    <a:pt x="5644" y="1"/>
                    <a:pt x="44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3" name="Google Shape;573;p43"/>
          <p:cNvGrpSpPr/>
          <p:nvPr/>
        </p:nvGrpSpPr>
        <p:grpSpPr>
          <a:xfrm>
            <a:off x="7589128" y="3513713"/>
            <a:ext cx="425520" cy="425520"/>
            <a:chOff x="6258960" y="2631150"/>
            <a:chExt cx="425520" cy="425520"/>
          </a:xfrm>
        </p:grpSpPr>
        <p:sp>
          <p:nvSpPr>
            <p:cNvPr id="574" name="Google Shape;574;p43"/>
            <p:cNvSpPr/>
            <p:nvPr/>
          </p:nvSpPr>
          <p:spPr>
            <a:xfrm>
              <a:off x="6258960" y="2631150"/>
              <a:ext cx="425520" cy="425520"/>
            </a:xfrm>
            <a:custGeom>
              <a:rect b="b" l="l" r="r" t="t"/>
              <a:pathLst>
                <a:path extrusionOk="0" h="1182" w="1182">
                  <a:moveTo>
                    <a:pt x="1121" y="584"/>
                  </a:moveTo>
                  <a:cubicBezTo>
                    <a:pt x="1154" y="584"/>
                    <a:pt x="1182" y="557"/>
                    <a:pt x="1182" y="523"/>
                  </a:cubicBezTo>
                  <a:lnTo>
                    <a:pt x="1182" y="62"/>
                  </a:lnTo>
                  <a:cubicBezTo>
                    <a:pt x="1182" y="28"/>
                    <a:pt x="1154" y="0"/>
                    <a:pt x="1121" y="0"/>
                  </a:cubicBezTo>
                  <a:lnTo>
                    <a:pt x="61" y="0"/>
                  </a:lnTo>
                  <a:cubicBezTo>
                    <a:pt x="28" y="0"/>
                    <a:pt x="0" y="28"/>
                    <a:pt x="0" y="62"/>
                  </a:cubicBezTo>
                  <a:lnTo>
                    <a:pt x="0" y="92"/>
                  </a:lnTo>
                  <a:cubicBezTo>
                    <a:pt x="0" y="102"/>
                    <a:pt x="8" y="109"/>
                    <a:pt x="17" y="109"/>
                  </a:cubicBezTo>
                  <a:cubicBezTo>
                    <a:pt x="27" y="109"/>
                    <a:pt x="35" y="102"/>
                    <a:pt x="35" y="92"/>
                  </a:cubicBezTo>
                  <a:lnTo>
                    <a:pt x="35" y="62"/>
                  </a:lnTo>
                  <a:cubicBezTo>
                    <a:pt x="35" y="47"/>
                    <a:pt x="47" y="35"/>
                    <a:pt x="61" y="35"/>
                  </a:cubicBezTo>
                  <a:lnTo>
                    <a:pt x="1121" y="35"/>
                  </a:lnTo>
                  <a:cubicBezTo>
                    <a:pt x="1135" y="35"/>
                    <a:pt x="1147" y="47"/>
                    <a:pt x="1147" y="62"/>
                  </a:cubicBezTo>
                  <a:lnTo>
                    <a:pt x="1147" y="523"/>
                  </a:lnTo>
                  <a:cubicBezTo>
                    <a:pt x="1147" y="538"/>
                    <a:pt x="1135" y="550"/>
                    <a:pt x="1121" y="550"/>
                  </a:cubicBezTo>
                  <a:lnTo>
                    <a:pt x="921" y="550"/>
                  </a:lnTo>
                  <a:lnTo>
                    <a:pt x="921" y="523"/>
                  </a:lnTo>
                  <a:cubicBezTo>
                    <a:pt x="921" y="488"/>
                    <a:pt x="893" y="459"/>
                    <a:pt x="858" y="459"/>
                  </a:cubicBezTo>
                  <a:cubicBezTo>
                    <a:pt x="852" y="459"/>
                    <a:pt x="846" y="460"/>
                    <a:pt x="840" y="462"/>
                  </a:cubicBezTo>
                  <a:cubicBezTo>
                    <a:pt x="847" y="453"/>
                    <a:pt x="851" y="443"/>
                    <a:pt x="851" y="431"/>
                  </a:cubicBezTo>
                  <a:cubicBezTo>
                    <a:pt x="851" y="402"/>
                    <a:pt x="828" y="379"/>
                    <a:pt x="799" y="379"/>
                  </a:cubicBezTo>
                  <a:cubicBezTo>
                    <a:pt x="771" y="379"/>
                    <a:pt x="747" y="402"/>
                    <a:pt x="747" y="431"/>
                  </a:cubicBezTo>
                  <a:cubicBezTo>
                    <a:pt x="747" y="460"/>
                    <a:pt x="770" y="483"/>
                    <a:pt x="799" y="483"/>
                  </a:cubicBezTo>
                  <a:cubicBezTo>
                    <a:pt x="803" y="483"/>
                    <a:pt x="807" y="482"/>
                    <a:pt x="811" y="482"/>
                  </a:cubicBezTo>
                  <a:cubicBezTo>
                    <a:pt x="801" y="493"/>
                    <a:pt x="795" y="507"/>
                    <a:pt x="795" y="523"/>
                  </a:cubicBezTo>
                  <a:lnTo>
                    <a:pt x="795" y="550"/>
                  </a:lnTo>
                  <a:lnTo>
                    <a:pt x="383" y="550"/>
                  </a:lnTo>
                  <a:cubicBezTo>
                    <a:pt x="375" y="525"/>
                    <a:pt x="352" y="507"/>
                    <a:pt x="324" y="507"/>
                  </a:cubicBezTo>
                  <a:cubicBezTo>
                    <a:pt x="297" y="507"/>
                    <a:pt x="272" y="525"/>
                    <a:pt x="264" y="550"/>
                  </a:cubicBezTo>
                  <a:lnTo>
                    <a:pt x="61" y="550"/>
                  </a:lnTo>
                  <a:cubicBezTo>
                    <a:pt x="47" y="550"/>
                    <a:pt x="35" y="538"/>
                    <a:pt x="35" y="523"/>
                  </a:cubicBezTo>
                  <a:lnTo>
                    <a:pt x="35" y="166"/>
                  </a:lnTo>
                  <a:cubicBezTo>
                    <a:pt x="35" y="157"/>
                    <a:pt x="27" y="149"/>
                    <a:pt x="17" y="149"/>
                  </a:cubicBezTo>
                  <a:cubicBezTo>
                    <a:pt x="8" y="149"/>
                    <a:pt x="0" y="157"/>
                    <a:pt x="0" y="166"/>
                  </a:cubicBezTo>
                  <a:lnTo>
                    <a:pt x="0" y="523"/>
                  </a:lnTo>
                  <a:cubicBezTo>
                    <a:pt x="0" y="557"/>
                    <a:pt x="28" y="584"/>
                    <a:pt x="61" y="584"/>
                  </a:cubicBezTo>
                  <a:lnTo>
                    <a:pt x="261" y="584"/>
                  </a:lnTo>
                  <a:lnTo>
                    <a:pt x="261" y="647"/>
                  </a:lnTo>
                  <a:cubicBezTo>
                    <a:pt x="252" y="643"/>
                    <a:pt x="242" y="640"/>
                    <a:pt x="232" y="640"/>
                  </a:cubicBezTo>
                  <a:cubicBezTo>
                    <a:pt x="211" y="640"/>
                    <a:pt x="191" y="651"/>
                    <a:pt x="180" y="668"/>
                  </a:cubicBezTo>
                  <a:cubicBezTo>
                    <a:pt x="169" y="659"/>
                    <a:pt x="155" y="654"/>
                    <a:pt x="140" y="654"/>
                  </a:cubicBezTo>
                  <a:cubicBezTo>
                    <a:pt x="110" y="654"/>
                    <a:pt x="85" y="676"/>
                    <a:pt x="79" y="704"/>
                  </a:cubicBezTo>
                  <a:cubicBezTo>
                    <a:pt x="72" y="701"/>
                    <a:pt x="64" y="699"/>
                    <a:pt x="56" y="699"/>
                  </a:cubicBezTo>
                  <a:cubicBezTo>
                    <a:pt x="25" y="699"/>
                    <a:pt x="0" y="724"/>
                    <a:pt x="0" y="755"/>
                  </a:cubicBezTo>
                  <a:lnTo>
                    <a:pt x="0" y="813"/>
                  </a:lnTo>
                  <a:cubicBezTo>
                    <a:pt x="0" y="823"/>
                    <a:pt x="8" y="830"/>
                    <a:pt x="17" y="830"/>
                  </a:cubicBezTo>
                  <a:cubicBezTo>
                    <a:pt x="27" y="830"/>
                    <a:pt x="35" y="823"/>
                    <a:pt x="35" y="813"/>
                  </a:cubicBezTo>
                  <a:lnTo>
                    <a:pt x="35" y="755"/>
                  </a:lnTo>
                  <a:cubicBezTo>
                    <a:pt x="35" y="743"/>
                    <a:pt x="44" y="734"/>
                    <a:pt x="56" y="734"/>
                  </a:cubicBezTo>
                  <a:cubicBezTo>
                    <a:pt x="68" y="734"/>
                    <a:pt x="77" y="743"/>
                    <a:pt x="77" y="755"/>
                  </a:cubicBezTo>
                  <a:cubicBezTo>
                    <a:pt x="77" y="765"/>
                    <a:pt x="86" y="773"/>
                    <a:pt x="95" y="773"/>
                  </a:cubicBezTo>
                  <a:cubicBezTo>
                    <a:pt x="105" y="773"/>
                    <a:pt x="112" y="765"/>
                    <a:pt x="112" y="755"/>
                  </a:cubicBezTo>
                  <a:lnTo>
                    <a:pt x="112" y="717"/>
                  </a:lnTo>
                  <a:cubicBezTo>
                    <a:pt x="112" y="702"/>
                    <a:pt x="125" y="689"/>
                    <a:pt x="141" y="689"/>
                  </a:cubicBezTo>
                  <a:cubicBezTo>
                    <a:pt x="157" y="689"/>
                    <a:pt x="169" y="702"/>
                    <a:pt x="169" y="717"/>
                  </a:cubicBezTo>
                  <a:cubicBezTo>
                    <a:pt x="169" y="727"/>
                    <a:pt x="178" y="735"/>
                    <a:pt x="187" y="735"/>
                  </a:cubicBezTo>
                  <a:cubicBezTo>
                    <a:pt x="197" y="735"/>
                    <a:pt x="204" y="727"/>
                    <a:pt x="204" y="717"/>
                  </a:cubicBezTo>
                  <a:lnTo>
                    <a:pt x="204" y="703"/>
                  </a:lnTo>
                  <a:cubicBezTo>
                    <a:pt x="204" y="688"/>
                    <a:pt x="217" y="675"/>
                    <a:pt x="232" y="675"/>
                  </a:cubicBezTo>
                  <a:cubicBezTo>
                    <a:pt x="248" y="675"/>
                    <a:pt x="260" y="687"/>
                    <a:pt x="261" y="702"/>
                  </a:cubicBezTo>
                  <a:cubicBezTo>
                    <a:pt x="261" y="711"/>
                    <a:pt x="269" y="718"/>
                    <a:pt x="278" y="718"/>
                  </a:cubicBezTo>
                  <a:cubicBezTo>
                    <a:pt x="288" y="718"/>
                    <a:pt x="295" y="710"/>
                    <a:pt x="295" y="701"/>
                  </a:cubicBezTo>
                  <a:lnTo>
                    <a:pt x="295" y="570"/>
                  </a:lnTo>
                  <a:cubicBezTo>
                    <a:pt x="295" y="554"/>
                    <a:pt x="309" y="541"/>
                    <a:pt x="324" y="541"/>
                  </a:cubicBezTo>
                  <a:cubicBezTo>
                    <a:pt x="340" y="541"/>
                    <a:pt x="352" y="554"/>
                    <a:pt x="352" y="570"/>
                  </a:cubicBezTo>
                  <a:lnTo>
                    <a:pt x="352" y="865"/>
                  </a:lnTo>
                  <a:cubicBezTo>
                    <a:pt x="352" y="900"/>
                    <a:pt x="374" y="938"/>
                    <a:pt x="402" y="954"/>
                  </a:cubicBezTo>
                  <a:cubicBezTo>
                    <a:pt x="406" y="956"/>
                    <a:pt x="408" y="961"/>
                    <a:pt x="406" y="966"/>
                  </a:cubicBezTo>
                  <a:cubicBezTo>
                    <a:pt x="405" y="971"/>
                    <a:pt x="403" y="977"/>
                    <a:pt x="401" y="984"/>
                  </a:cubicBezTo>
                  <a:cubicBezTo>
                    <a:pt x="387" y="1037"/>
                    <a:pt x="356" y="1148"/>
                    <a:pt x="295" y="1148"/>
                  </a:cubicBezTo>
                  <a:lnTo>
                    <a:pt x="131" y="1148"/>
                  </a:lnTo>
                  <a:cubicBezTo>
                    <a:pt x="78" y="1148"/>
                    <a:pt x="35" y="1104"/>
                    <a:pt x="35" y="1051"/>
                  </a:cubicBezTo>
                  <a:lnTo>
                    <a:pt x="35" y="886"/>
                  </a:lnTo>
                  <a:cubicBezTo>
                    <a:pt x="35" y="877"/>
                    <a:pt x="27" y="869"/>
                    <a:pt x="17" y="869"/>
                  </a:cubicBezTo>
                  <a:cubicBezTo>
                    <a:pt x="8" y="869"/>
                    <a:pt x="0" y="877"/>
                    <a:pt x="0" y="886"/>
                  </a:cubicBezTo>
                  <a:lnTo>
                    <a:pt x="0" y="1051"/>
                  </a:lnTo>
                  <a:cubicBezTo>
                    <a:pt x="0" y="1123"/>
                    <a:pt x="59" y="1182"/>
                    <a:pt x="131" y="1182"/>
                  </a:cubicBezTo>
                  <a:lnTo>
                    <a:pt x="295" y="1182"/>
                  </a:lnTo>
                  <a:cubicBezTo>
                    <a:pt x="383" y="1182"/>
                    <a:pt x="416" y="1059"/>
                    <a:pt x="434" y="993"/>
                  </a:cubicBezTo>
                  <a:cubicBezTo>
                    <a:pt x="436" y="986"/>
                    <a:pt x="438" y="980"/>
                    <a:pt x="439" y="975"/>
                  </a:cubicBezTo>
                  <a:cubicBezTo>
                    <a:pt x="445" y="955"/>
                    <a:pt x="437" y="933"/>
                    <a:pt x="418" y="923"/>
                  </a:cubicBezTo>
                  <a:cubicBezTo>
                    <a:pt x="402" y="914"/>
                    <a:pt x="387" y="887"/>
                    <a:pt x="387" y="865"/>
                  </a:cubicBezTo>
                  <a:lnTo>
                    <a:pt x="387" y="584"/>
                  </a:lnTo>
                  <a:lnTo>
                    <a:pt x="795" y="584"/>
                  </a:lnTo>
                  <a:lnTo>
                    <a:pt x="795" y="665"/>
                  </a:lnTo>
                  <a:cubicBezTo>
                    <a:pt x="795" y="674"/>
                    <a:pt x="804" y="682"/>
                    <a:pt x="813" y="682"/>
                  </a:cubicBezTo>
                  <a:cubicBezTo>
                    <a:pt x="823" y="682"/>
                    <a:pt x="830" y="674"/>
                    <a:pt x="830" y="665"/>
                  </a:cubicBezTo>
                  <a:lnTo>
                    <a:pt x="830" y="523"/>
                  </a:lnTo>
                  <a:cubicBezTo>
                    <a:pt x="830" y="507"/>
                    <a:pt x="843" y="494"/>
                    <a:pt x="858" y="494"/>
                  </a:cubicBezTo>
                  <a:cubicBezTo>
                    <a:pt x="874" y="494"/>
                    <a:pt x="887" y="507"/>
                    <a:pt x="887" y="523"/>
                  </a:cubicBezTo>
                  <a:lnTo>
                    <a:pt x="887" y="653"/>
                  </a:lnTo>
                  <a:cubicBezTo>
                    <a:pt x="887" y="663"/>
                    <a:pt x="894" y="670"/>
                    <a:pt x="904" y="671"/>
                  </a:cubicBezTo>
                  <a:cubicBezTo>
                    <a:pt x="913" y="671"/>
                    <a:pt x="921" y="664"/>
                    <a:pt x="921" y="654"/>
                  </a:cubicBezTo>
                  <a:cubicBezTo>
                    <a:pt x="922" y="639"/>
                    <a:pt x="935" y="628"/>
                    <a:pt x="950" y="628"/>
                  </a:cubicBezTo>
                  <a:cubicBezTo>
                    <a:pt x="965" y="628"/>
                    <a:pt x="978" y="640"/>
                    <a:pt x="978" y="656"/>
                  </a:cubicBezTo>
                  <a:lnTo>
                    <a:pt x="978" y="670"/>
                  </a:lnTo>
                  <a:cubicBezTo>
                    <a:pt x="978" y="680"/>
                    <a:pt x="987" y="687"/>
                    <a:pt x="996" y="687"/>
                  </a:cubicBezTo>
                  <a:cubicBezTo>
                    <a:pt x="1006" y="687"/>
                    <a:pt x="1013" y="680"/>
                    <a:pt x="1013" y="670"/>
                  </a:cubicBezTo>
                  <a:cubicBezTo>
                    <a:pt x="1013" y="654"/>
                    <a:pt x="1026" y="642"/>
                    <a:pt x="1042" y="642"/>
                  </a:cubicBezTo>
                  <a:cubicBezTo>
                    <a:pt x="1058" y="642"/>
                    <a:pt x="1070" y="654"/>
                    <a:pt x="1070" y="670"/>
                  </a:cubicBezTo>
                  <a:lnTo>
                    <a:pt x="1070" y="708"/>
                  </a:lnTo>
                  <a:cubicBezTo>
                    <a:pt x="1070" y="717"/>
                    <a:pt x="1078" y="725"/>
                    <a:pt x="1088" y="725"/>
                  </a:cubicBezTo>
                  <a:lnTo>
                    <a:pt x="1088" y="725"/>
                  </a:lnTo>
                  <a:cubicBezTo>
                    <a:pt x="1097" y="725"/>
                    <a:pt x="1105" y="717"/>
                    <a:pt x="1105" y="708"/>
                  </a:cubicBezTo>
                  <a:cubicBezTo>
                    <a:pt x="1105" y="696"/>
                    <a:pt x="1114" y="687"/>
                    <a:pt x="1126" y="687"/>
                  </a:cubicBezTo>
                  <a:cubicBezTo>
                    <a:pt x="1138" y="687"/>
                    <a:pt x="1147" y="696"/>
                    <a:pt x="1147" y="708"/>
                  </a:cubicBezTo>
                  <a:lnTo>
                    <a:pt x="1147" y="1004"/>
                  </a:lnTo>
                  <a:cubicBezTo>
                    <a:pt x="1147" y="1057"/>
                    <a:pt x="1104" y="1100"/>
                    <a:pt x="1051" y="1100"/>
                  </a:cubicBezTo>
                  <a:lnTo>
                    <a:pt x="887" y="1100"/>
                  </a:lnTo>
                  <a:cubicBezTo>
                    <a:pt x="826" y="1100"/>
                    <a:pt x="796" y="990"/>
                    <a:pt x="781" y="937"/>
                  </a:cubicBezTo>
                  <a:cubicBezTo>
                    <a:pt x="779" y="930"/>
                    <a:pt x="778" y="924"/>
                    <a:pt x="776" y="918"/>
                  </a:cubicBezTo>
                  <a:cubicBezTo>
                    <a:pt x="775" y="913"/>
                    <a:pt x="776" y="908"/>
                    <a:pt x="780" y="906"/>
                  </a:cubicBezTo>
                  <a:cubicBezTo>
                    <a:pt x="808" y="891"/>
                    <a:pt x="830" y="852"/>
                    <a:pt x="830" y="818"/>
                  </a:cubicBezTo>
                  <a:lnTo>
                    <a:pt x="830" y="739"/>
                  </a:lnTo>
                  <a:cubicBezTo>
                    <a:pt x="830" y="729"/>
                    <a:pt x="823" y="722"/>
                    <a:pt x="813" y="722"/>
                  </a:cubicBezTo>
                  <a:cubicBezTo>
                    <a:pt x="804" y="722"/>
                    <a:pt x="795" y="729"/>
                    <a:pt x="795" y="739"/>
                  </a:cubicBezTo>
                  <a:lnTo>
                    <a:pt x="795" y="818"/>
                  </a:lnTo>
                  <a:cubicBezTo>
                    <a:pt x="795" y="840"/>
                    <a:pt x="781" y="867"/>
                    <a:pt x="764" y="876"/>
                  </a:cubicBezTo>
                  <a:cubicBezTo>
                    <a:pt x="746" y="886"/>
                    <a:pt x="737" y="908"/>
                    <a:pt x="743" y="928"/>
                  </a:cubicBezTo>
                  <a:cubicBezTo>
                    <a:pt x="744" y="933"/>
                    <a:pt x="746" y="939"/>
                    <a:pt x="748" y="946"/>
                  </a:cubicBezTo>
                  <a:cubicBezTo>
                    <a:pt x="766" y="1012"/>
                    <a:pt x="799" y="1135"/>
                    <a:pt x="887" y="1135"/>
                  </a:cubicBezTo>
                  <a:lnTo>
                    <a:pt x="1051" y="1135"/>
                  </a:lnTo>
                  <a:cubicBezTo>
                    <a:pt x="1123" y="1135"/>
                    <a:pt x="1182" y="1076"/>
                    <a:pt x="1182" y="1004"/>
                  </a:cubicBezTo>
                  <a:lnTo>
                    <a:pt x="1182" y="708"/>
                  </a:lnTo>
                  <a:cubicBezTo>
                    <a:pt x="1182" y="677"/>
                    <a:pt x="1157" y="652"/>
                    <a:pt x="1126" y="652"/>
                  </a:cubicBezTo>
                  <a:cubicBezTo>
                    <a:pt x="1118" y="652"/>
                    <a:pt x="1110" y="654"/>
                    <a:pt x="1103" y="657"/>
                  </a:cubicBezTo>
                  <a:cubicBezTo>
                    <a:pt x="1097" y="628"/>
                    <a:pt x="1072" y="607"/>
                    <a:pt x="1041" y="607"/>
                  </a:cubicBezTo>
                  <a:cubicBezTo>
                    <a:pt x="1027" y="607"/>
                    <a:pt x="1013" y="612"/>
                    <a:pt x="1002" y="621"/>
                  </a:cubicBezTo>
                  <a:cubicBezTo>
                    <a:pt x="991" y="604"/>
                    <a:pt x="972" y="593"/>
                    <a:pt x="950" y="593"/>
                  </a:cubicBezTo>
                  <a:cubicBezTo>
                    <a:pt x="940" y="593"/>
                    <a:pt x="930" y="595"/>
                    <a:pt x="922" y="600"/>
                  </a:cubicBezTo>
                  <a:lnTo>
                    <a:pt x="922" y="584"/>
                  </a:lnTo>
                  <a:lnTo>
                    <a:pt x="1121" y="584"/>
                  </a:lnTo>
                  <a:moveTo>
                    <a:pt x="781" y="431"/>
                  </a:moveTo>
                  <a:cubicBezTo>
                    <a:pt x="781" y="421"/>
                    <a:pt x="790" y="414"/>
                    <a:pt x="799" y="414"/>
                  </a:cubicBezTo>
                  <a:cubicBezTo>
                    <a:pt x="809" y="414"/>
                    <a:pt x="816" y="421"/>
                    <a:pt x="816" y="431"/>
                  </a:cubicBezTo>
                  <a:cubicBezTo>
                    <a:pt x="816" y="441"/>
                    <a:pt x="809" y="448"/>
                    <a:pt x="799" y="448"/>
                  </a:cubicBezTo>
                  <a:cubicBezTo>
                    <a:pt x="790" y="448"/>
                    <a:pt x="781" y="441"/>
                    <a:pt x="781" y="431"/>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575" name="Google Shape;575;p43"/>
            <p:cNvSpPr/>
            <p:nvPr/>
          </p:nvSpPr>
          <p:spPr>
            <a:xfrm>
              <a:off x="6328440" y="2667870"/>
              <a:ext cx="37440" cy="37440"/>
            </a:xfrm>
            <a:custGeom>
              <a:rect b="b" l="l" r="r" t="t"/>
              <a:pathLst>
                <a:path extrusionOk="0" h="104" w="104">
                  <a:moveTo>
                    <a:pt x="52" y="104"/>
                  </a:moveTo>
                  <a:cubicBezTo>
                    <a:pt x="80" y="104"/>
                    <a:pt x="104" y="81"/>
                    <a:pt x="104" y="52"/>
                  </a:cubicBezTo>
                  <a:cubicBezTo>
                    <a:pt x="104" y="23"/>
                    <a:pt x="81" y="0"/>
                    <a:pt x="52" y="0"/>
                  </a:cubicBezTo>
                  <a:cubicBezTo>
                    <a:pt x="24" y="0"/>
                    <a:pt x="0" y="23"/>
                    <a:pt x="0" y="52"/>
                  </a:cubicBezTo>
                  <a:cubicBezTo>
                    <a:pt x="0" y="81"/>
                    <a:pt x="23" y="104"/>
                    <a:pt x="52" y="104"/>
                  </a:cubicBezTo>
                  <a:moveTo>
                    <a:pt x="52" y="35"/>
                  </a:moveTo>
                  <a:cubicBezTo>
                    <a:pt x="61" y="35"/>
                    <a:pt x="69" y="42"/>
                    <a:pt x="69" y="52"/>
                  </a:cubicBezTo>
                  <a:cubicBezTo>
                    <a:pt x="69" y="62"/>
                    <a:pt x="62" y="69"/>
                    <a:pt x="52" y="69"/>
                  </a:cubicBezTo>
                  <a:cubicBezTo>
                    <a:pt x="43" y="69"/>
                    <a:pt x="34" y="62"/>
                    <a:pt x="34" y="52"/>
                  </a:cubicBezTo>
                  <a:cubicBezTo>
                    <a:pt x="34" y="42"/>
                    <a:pt x="42" y="35"/>
                    <a:pt x="52" y="35"/>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576" name="Google Shape;576;p43"/>
            <p:cNvSpPr/>
            <p:nvPr/>
          </p:nvSpPr>
          <p:spPr>
            <a:xfrm>
              <a:off x="6378120" y="2667870"/>
              <a:ext cx="37440" cy="37440"/>
            </a:xfrm>
            <a:custGeom>
              <a:rect b="b" l="l" r="r" t="t"/>
              <a:pathLst>
                <a:path extrusionOk="0" h="104" w="104">
                  <a:moveTo>
                    <a:pt x="52" y="104"/>
                  </a:moveTo>
                  <a:cubicBezTo>
                    <a:pt x="81" y="104"/>
                    <a:pt x="104" y="81"/>
                    <a:pt x="104" y="52"/>
                  </a:cubicBezTo>
                  <a:cubicBezTo>
                    <a:pt x="104" y="23"/>
                    <a:pt x="81" y="0"/>
                    <a:pt x="52" y="0"/>
                  </a:cubicBezTo>
                  <a:cubicBezTo>
                    <a:pt x="24" y="0"/>
                    <a:pt x="0" y="23"/>
                    <a:pt x="0" y="52"/>
                  </a:cubicBezTo>
                  <a:cubicBezTo>
                    <a:pt x="0" y="81"/>
                    <a:pt x="24" y="104"/>
                    <a:pt x="52" y="104"/>
                  </a:cubicBezTo>
                  <a:moveTo>
                    <a:pt x="52" y="35"/>
                  </a:moveTo>
                  <a:cubicBezTo>
                    <a:pt x="62" y="35"/>
                    <a:pt x="70" y="42"/>
                    <a:pt x="70" y="52"/>
                  </a:cubicBezTo>
                  <a:cubicBezTo>
                    <a:pt x="70" y="62"/>
                    <a:pt x="62" y="69"/>
                    <a:pt x="52" y="69"/>
                  </a:cubicBezTo>
                  <a:cubicBezTo>
                    <a:pt x="43" y="69"/>
                    <a:pt x="35" y="62"/>
                    <a:pt x="35" y="52"/>
                  </a:cubicBezTo>
                  <a:cubicBezTo>
                    <a:pt x="35" y="42"/>
                    <a:pt x="43" y="35"/>
                    <a:pt x="52" y="35"/>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577" name="Google Shape;577;p43"/>
            <p:cNvSpPr/>
            <p:nvPr/>
          </p:nvSpPr>
          <p:spPr>
            <a:xfrm>
              <a:off x="6428160" y="2667870"/>
              <a:ext cx="37440" cy="37440"/>
            </a:xfrm>
            <a:custGeom>
              <a:rect b="b" l="l" r="r" t="t"/>
              <a:pathLst>
                <a:path extrusionOk="0" h="104" w="104">
                  <a:moveTo>
                    <a:pt x="52" y="104"/>
                  </a:moveTo>
                  <a:cubicBezTo>
                    <a:pt x="80" y="104"/>
                    <a:pt x="104" y="81"/>
                    <a:pt x="104" y="52"/>
                  </a:cubicBezTo>
                  <a:cubicBezTo>
                    <a:pt x="104" y="23"/>
                    <a:pt x="81" y="0"/>
                    <a:pt x="52" y="0"/>
                  </a:cubicBezTo>
                  <a:cubicBezTo>
                    <a:pt x="24" y="0"/>
                    <a:pt x="0" y="23"/>
                    <a:pt x="0" y="52"/>
                  </a:cubicBezTo>
                  <a:cubicBezTo>
                    <a:pt x="0" y="81"/>
                    <a:pt x="23" y="104"/>
                    <a:pt x="52" y="104"/>
                  </a:cubicBezTo>
                  <a:moveTo>
                    <a:pt x="52" y="35"/>
                  </a:moveTo>
                  <a:cubicBezTo>
                    <a:pt x="61" y="35"/>
                    <a:pt x="69" y="42"/>
                    <a:pt x="69" y="52"/>
                  </a:cubicBezTo>
                  <a:cubicBezTo>
                    <a:pt x="69" y="62"/>
                    <a:pt x="62" y="69"/>
                    <a:pt x="52" y="69"/>
                  </a:cubicBezTo>
                  <a:cubicBezTo>
                    <a:pt x="43" y="69"/>
                    <a:pt x="34" y="62"/>
                    <a:pt x="34" y="52"/>
                  </a:cubicBezTo>
                  <a:cubicBezTo>
                    <a:pt x="34" y="42"/>
                    <a:pt x="42" y="35"/>
                    <a:pt x="52" y="35"/>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578" name="Google Shape;578;p43"/>
            <p:cNvSpPr/>
            <p:nvPr/>
          </p:nvSpPr>
          <p:spPr>
            <a:xfrm>
              <a:off x="6477840" y="2667870"/>
              <a:ext cx="37440" cy="37440"/>
            </a:xfrm>
            <a:custGeom>
              <a:rect b="b" l="l" r="r" t="t"/>
              <a:pathLst>
                <a:path extrusionOk="0" h="104" w="104">
                  <a:moveTo>
                    <a:pt x="52" y="104"/>
                  </a:moveTo>
                  <a:cubicBezTo>
                    <a:pt x="81" y="104"/>
                    <a:pt x="104" y="81"/>
                    <a:pt x="104" y="52"/>
                  </a:cubicBezTo>
                  <a:cubicBezTo>
                    <a:pt x="104" y="23"/>
                    <a:pt x="81" y="0"/>
                    <a:pt x="52" y="0"/>
                  </a:cubicBezTo>
                  <a:cubicBezTo>
                    <a:pt x="24" y="0"/>
                    <a:pt x="0" y="23"/>
                    <a:pt x="0" y="52"/>
                  </a:cubicBezTo>
                  <a:cubicBezTo>
                    <a:pt x="0" y="81"/>
                    <a:pt x="24" y="104"/>
                    <a:pt x="52" y="104"/>
                  </a:cubicBezTo>
                  <a:moveTo>
                    <a:pt x="52" y="35"/>
                  </a:moveTo>
                  <a:cubicBezTo>
                    <a:pt x="62" y="35"/>
                    <a:pt x="70" y="42"/>
                    <a:pt x="70" y="52"/>
                  </a:cubicBezTo>
                  <a:cubicBezTo>
                    <a:pt x="70" y="62"/>
                    <a:pt x="62" y="69"/>
                    <a:pt x="52" y="69"/>
                  </a:cubicBezTo>
                  <a:cubicBezTo>
                    <a:pt x="43" y="69"/>
                    <a:pt x="35" y="62"/>
                    <a:pt x="35" y="52"/>
                  </a:cubicBezTo>
                  <a:cubicBezTo>
                    <a:pt x="35" y="42"/>
                    <a:pt x="43" y="35"/>
                    <a:pt x="52" y="35"/>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579" name="Google Shape;579;p43"/>
            <p:cNvSpPr/>
            <p:nvPr/>
          </p:nvSpPr>
          <p:spPr>
            <a:xfrm>
              <a:off x="6527880" y="2667870"/>
              <a:ext cx="37440" cy="37440"/>
            </a:xfrm>
            <a:custGeom>
              <a:rect b="b" l="l" r="r" t="t"/>
              <a:pathLst>
                <a:path extrusionOk="0" h="104" w="104">
                  <a:moveTo>
                    <a:pt x="52" y="104"/>
                  </a:moveTo>
                  <a:cubicBezTo>
                    <a:pt x="80" y="104"/>
                    <a:pt x="104" y="81"/>
                    <a:pt x="104" y="52"/>
                  </a:cubicBezTo>
                  <a:cubicBezTo>
                    <a:pt x="104" y="23"/>
                    <a:pt x="81" y="0"/>
                    <a:pt x="52" y="0"/>
                  </a:cubicBezTo>
                  <a:cubicBezTo>
                    <a:pt x="24" y="0"/>
                    <a:pt x="0" y="23"/>
                    <a:pt x="0" y="52"/>
                  </a:cubicBezTo>
                  <a:cubicBezTo>
                    <a:pt x="0" y="81"/>
                    <a:pt x="23" y="104"/>
                    <a:pt x="52" y="104"/>
                  </a:cubicBezTo>
                  <a:moveTo>
                    <a:pt x="52" y="35"/>
                  </a:moveTo>
                  <a:cubicBezTo>
                    <a:pt x="61" y="35"/>
                    <a:pt x="69" y="42"/>
                    <a:pt x="69" y="52"/>
                  </a:cubicBezTo>
                  <a:cubicBezTo>
                    <a:pt x="69" y="62"/>
                    <a:pt x="62" y="69"/>
                    <a:pt x="52" y="69"/>
                  </a:cubicBezTo>
                  <a:cubicBezTo>
                    <a:pt x="43" y="69"/>
                    <a:pt x="34" y="62"/>
                    <a:pt x="34" y="52"/>
                  </a:cubicBezTo>
                  <a:cubicBezTo>
                    <a:pt x="34" y="42"/>
                    <a:pt x="42" y="35"/>
                    <a:pt x="52" y="35"/>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580" name="Google Shape;580;p43"/>
            <p:cNvSpPr/>
            <p:nvPr/>
          </p:nvSpPr>
          <p:spPr>
            <a:xfrm>
              <a:off x="6577560" y="2667870"/>
              <a:ext cx="37440" cy="37440"/>
            </a:xfrm>
            <a:custGeom>
              <a:rect b="b" l="l" r="r" t="t"/>
              <a:pathLst>
                <a:path extrusionOk="0" h="104" w="104">
                  <a:moveTo>
                    <a:pt x="52" y="104"/>
                  </a:moveTo>
                  <a:cubicBezTo>
                    <a:pt x="81" y="104"/>
                    <a:pt x="104" y="81"/>
                    <a:pt x="104" y="52"/>
                  </a:cubicBezTo>
                  <a:cubicBezTo>
                    <a:pt x="104" y="23"/>
                    <a:pt x="81" y="0"/>
                    <a:pt x="52" y="0"/>
                  </a:cubicBezTo>
                  <a:cubicBezTo>
                    <a:pt x="24" y="0"/>
                    <a:pt x="0" y="23"/>
                    <a:pt x="0" y="52"/>
                  </a:cubicBezTo>
                  <a:cubicBezTo>
                    <a:pt x="0" y="81"/>
                    <a:pt x="24" y="104"/>
                    <a:pt x="52" y="104"/>
                  </a:cubicBezTo>
                  <a:moveTo>
                    <a:pt x="52" y="35"/>
                  </a:moveTo>
                  <a:cubicBezTo>
                    <a:pt x="62" y="35"/>
                    <a:pt x="70" y="42"/>
                    <a:pt x="70" y="52"/>
                  </a:cubicBezTo>
                  <a:cubicBezTo>
                    <a:pt x="70" y="62"/>
                    <a:pt x="62" y="69"/>
                    <a:pt x="52" y="69"/>
                  </a:cubicBezTo>
                  <a:cubicBezTo>
                    <a:pt x="43" y="69"/>
                    <a:pt x="35" y="62"/>
                    <a:pt x="35" y="52"/>
                  </a:cubicBezTo>
                  <a:cubicBezTo>
                    <a:pt x="35" y="42"/>
                    <a:pt x="43" y="35"/>
                    <a:pt x="52" y="35"/>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581" name="Google Shape;581;p43"/>
            <p:cNvSpPr/>
            <p:nvPr/>
          </p:nvSpPr>
          <p:spPr>
            <a:xfrm>
              <a:off x="6328440" y="2717910"/>
              <a:ext cx="37440" cy="37080"/>
            </a:xfrm>
            <a:custGeom>
              <a:rect b="b" l="l" r="r" t="t"/>
              <a:pathLst>
                <a:path extrusionOk="0" h="103" w="104">
                  <a:moveTo>
                    <a:pt x="52" y="103"/>
                  </a:moveTo>
                  <a:cubicBezTo>
                    <a:pt x="80" y="103"/>
                    <a:pt x="104" y="79"/>
                    <a:pt x="104" y="51"/>
                  </a:cubicBezTo>
                  <a:cubicBezTo>
                    <a:pt x="104" y="22"/>
                    <a:pt x="81" y="0"/>
                    <a:pt x="52" y="0"/>
                  </a:cubicBezTo>
                  <a:cubicBezTo>
                    <a:pt x="24" y="0"/>
                    <a:pt x="0" y="22"/>
                    <a:pt x="0" y="51"/>
                  </a:cubicBezTo>
                  <a:cubicBezTo>
                    <a:pt x="0" y="79"/>
                    <a:pt x="23" y="103"/>
                    <a:pt x="52" y="103"/>
                  </a:cubicBezTo>
                  <a:moveTo>
                    <a:pt x="52" y="34"/>
                  </a:moveTo>
                  <a:cubicBezTo>
                    <a:pt x="61" y="34"/>
                    <a:pt x="69" y="41"/>
                    <a:pt x="69" y="51"/>
                  </a:cubicBezTo>
                  <a:cubicBezTo>
                    <a:pt x="69" y="60"/>
                    <a:pt x="62" y="69"/>
                    <a:pt x="52" y="69"/>
                  </a:cubicBezTo>
                  <a:cubicBezTo>
                    <a:pt x="43" y="69"/>
                    <a:pt x="34" y="60"/>
                    <a:pt x="34" y="51"/>
                  </a:cubicBezTo>
                  <a:cubicBezTo>
                    <a:pt x="34" y="41"/>
                    <a:pt x="42" y="34"/>
                    <a:pt x="52" y="34"/>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582" name="Google Shape;582;p43"/>
            <p:cNvSpPr/>
            <p:nvPr/>
          </p:nvSpPr>
          <p:spPr>
            <a:xfrm>
              <a:off x="6378120" y="2717910"/>
              <a:ext cx="37440" cy="37080"/>
            </a:xfrm>
            <a:custGeom>
              <a:rect b="b" l="l" r="r" t="t"/>
              <a:pathLst>
                <a:path extrusionOk="0" h="103" w="104">
                  <a:moveTo>
                    <a:pt x="52" y="103"/>
                  </a:moveTo>
                  <a:cubicBezTo>
                    <a:pt x="81" y="103"/>
                    <a:pt x="104" y="79"/>
                    <a:pt x="104" y="51"/>
                  </a:cubicBezTo>
                  <a:cubicBezTo>
                    <a:pt x="104" y="22"/>
                    <a:pt x="81" y="0"/>
                    <a:pt x="52" y="0"/>
                  </a:cubicBezTo>
                  <a:cubicBezTo>
                    <a:pt x="24" y="0"/>
                    <a:pt x="0" y="22"/>
                    <a:pt x="0" y="51"/>
                  </a:cubicBezTo>
                  <a:cubicBezTo>
                    <a:pt x="0" y="79"/>
                    <a:pt x="24" y="103"/>
                    <a:pt x="52" y="103"/>
                  </a:cubicBezTo>
                  <a:moveTo>
                    <a:pt x="52" y="34"/>
                  </a:moveTo>
                  <a:cubicBezTo>
                    <a:pt x="62" y="34"/>
                    <a:pt x="70" y="41"/>
                    <a:pt x="70" y="51"/>
                  </a:cubicBezTo>
                  <a:cubicBezTo>
                    <a:pt x="70" y="60"/>
                    <a:pt x="62" y="69"/>
                    <a:pt x="52" y="69"/>
                  </a:cubicBezTo>
                  <a:cubicBezTo>
                    <a:pt x="43" y="69"/>
                    <a:pt x="35" y="60"/>
                    <a:pt x="35" y="51"/>
                  </a:cubicBezTo>
                  <a:cubicBezTo>
                    <a:pt x="35" y="41"/>
                    <a:pt x="43" y="34"/>
                    <a:pt x="52" y="34"/>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583" name="Google Shape;583;p43"/>
            <p:cNvSpPr/>
            <p:nvPr/>
          </p:nvSpPr>
          <p:spPr>
            <a:xfrm>
              <a:off x="6428160" y="2717910"/>
              <a:ext cx="37440" cy="37080"/>
            </a:xfrm>
            <a:custGeom>
              <a:rect b="b" l="l" r="r" t="t"/>
              <a:pathLst>
                <a:path extrusionOk="0" h="103" w="104">
                  <a:moveTo>
                    <a:pt x="52" y="103"/>
                  </a:moveTo>
                  <a:cubicBezTo>
                    <a:pt x="80" y="103"/>
                    <a:pt x="104" y="79"/>
                    <a:pt x="104" y="51"/>
                  </a:cubicBezTo>
                  <a:cubicBezTo>
                    <a:pt x="104" y="22"/>
                    <a:pt x="81" y="0"/>
                    <a:pt x="52" y="0"/>
                  </a:cubicBezTo>
                  <a:cubicBezTo>
                    <a:pt x="24" y="0"/>
                    <a:pt x="0" y="22"/>
                    <a:pt x="0" y="51"/>
                  </a:cubicBezTo>
                  <a:cubicBezTo>
                    <a:pt x="0" y="79"/>
                    <a:pt x="23" y="103"/>
                    <a:pt x="52" y="103"/>
                  </a:cubicBezTo>
                  <a:moveTo>
                    <a:pt x="52" y="34"/>
                  </a:moveTo>
                  <a:cubicBezTo>
                    <a:pt x="61" y="34"/>
                    <a:pt x="69" y="41"/>
                    <a:pt x="69" y="51"/>
                  </a:cubicBezTo>
                  <a:cubicBezTo>
                    <a:pt x="69" y="60"/>
                    <a:pt x="62" y="69"/>
                    <a:pt x="52" y="69"/>
                  </a:cubicBezTo>
                  <a:cubicBezTo>
                    <a:pt x="43" y="69"/>
                    <a:pt x="34" y="60"/>
                    <a:pt x="34" y="51"/>
                  </a:cubicBezTo>
                  <a:cubicBezTo>
                    <a:pt x="34" y="41"/>
                    <a:pt x="42" y="34"/>
                    <a:pt x="52" y="34"/>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584" name="Google Shape;584;p43"/>
            <p:cNvSpPr/>
            <p:nvPr/>
          </p:nvSpPr>
          <p:spPr>
            <a:xfrm>
              <a:off x="6477840" y="2717910"/>
              <a:ext cx="37440" cy="37080"/>
            </a:xfrm>
            <a:custGeom>
              <a:rect b="b" l="l" r="r" t="t"/>
              <a:pathLst>
                <a:path extrusionOk="0" h="103" w="104">
                  <a:moveTo>
                    <a:pt x="52" y="103"/>
                  </a:moveTo>
                  <a:cubicBezTo>
                    <a:pt x="81" y="103"/>
                    <a:pt x="104" y="79"/>
                    <a:pt x="104" y="51"/>
                  </a:cubicBezTo>
                  <a:cubicBezTo>
                    <a:pt x="104" y="22"/>
                    <a:pt x="81" y="0"/>
                    <a:pt x="52" y="0"/>
                  </a:cubicBezTo>
                  <a:cubicBezTo>
                    <a:pt x="24" y="0"/>
                    <a:pt x="0" y="22"/>
                    <a:pt x="0" y="51"/>
                  </a:cubicBezTo>
                  <a:cubicBezTo>
                    <a:pt x="0" y="79"/>
                    <a:pt x="24" y="103"/>
                    <a:pt x="52" y="103"/>
                  </a:cubicBezTo>
                  <a:moveTo>
                    <a:pt x="52" y="34"/>
                  </a:moveTo>
                  <a:cubicBezTo>
                    <a:pt x="62" y="34"/>
                    <a:pt x="70" y="41"/>
                    <a:pt x="70" y="51"/>
                  </a:cubicBezTo>
                  <a:cubicBezTo>
                    <a:pt x="70" y="60"/>
                    <a:pt x="62" y="69"/>
                    <a:pt x="52" y="69"/>
                  </a:cubicBezTo>
                  <a:cubicBezTo>
                    <a:pt x="43" y="69"/>
                    <a:pt x="35" y="60"/>
                    <a:pt x="35" y="51"/>
                  </a:cubicBezTo>
                  <a:cubicBezTo>
                    <a:pt x="35" y="41"/>
                    <a:pt x="43" y="34"/>
                    <a:pt x="52" y="34"/>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585" name="Google Shape;585;p43"/>
            <p:cNvSpPr/>
            <p:nvPr/>
          </p:nvSpPr>
          <p:spPr>
            <a:xfrm>
              <a:off x="6527880" y="2717910"/>
              <a:ext cx="37440" cy="37080"/>
            </a:xfrm>
            <a:custGeom>
              <a:rect b="b" l="l" r="r" t="t"/>
              <a:pathLst>
                <a:path extrusionOk="0" h="103" w="104">
                  <a:moveTo>
                    <a:pt x="52" y="103"/>
                  </a:moveTo>
                  <a:cubicBezTo>
                    <a:pt x="80" y="103"/>
                    <a:pt x="104" y="79"/>
                    <a:pt x="104" y="51"/>
                  </a:cubicBezTo>
                  <a:cubicBezTo>
                    <a:pt x="104" y="22"/>
                    <a:pt x="81" y="0"/>
                    <a:pt x="52" y="0"/>
                  </a:cubicBezTo>
                  <a:cubicBezTo>
                    <a:pt x="24" y="0"/>
                    <a:pt x="0" y="22"/>
                    <a:pt x="0" y="51"/>
                  </a:cubicBezTo>
                  <a:cubicBezTo>
                    <a:pt x="0" y="79"/>
                    <a:pt x="23" y="103"/>
                    <a:pt x="52" y="103"/>
                  </a:cubicBezTo>
                  <a:moveTo>
                    <a:pt x="52" y="34"/>
                  </a:moveTo>
                  <a:cubicBezTo>
                    <a:pt x="61" y="34"/>
                    <a:pt x="69" y="41"/>
                    <a:pt x="69" y="51"/>
                  </a:cubicBezTo>
                  <a:cubicBezTo>
                    <a:pt x="69" y="60"/>
                    <a:pt x="62" y="69"/>
                    <a:pt x="52" y="69"/>
                  </a:cubicBezTo>
                  <a:cubicBezTo>
                    <a:pt x="43" y="69"/>
                    <a:pt x="34" y="60"/>
                    <a:pt x="34" y="51"/>
                  </a:cubicBezTo>
                  <a:cubicBezTo>
                    <a:pt x="34" y="41"/>
                    <a:pt x="42" y="34"/>
                    <a:pt x="52" y="34"/>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586" name="Google Shape;586;p43"/>
            <p:cNvSpPr/>
            <p:nvPr/>
          </p:nvSpPr>
          <p:spPr>
            <a:xfrm>
              <a:off x="6577560" y="2717910"/>
              <a:ext cx="37440" cy="37080"/>
            </a:xfrm>
            <a:custGeom>
              <a:rect b="b" l="l" r="r" t="t"/>
              <a:pathLst>
                <a:path extrusionOk="0" h="103" w="104">
                  <a:moveTo>
                    <a:pt x="52" y="103"/>
                  </a:moveTo>
                  <a:cubicBezTo>
                    <a:pt x="81" y="103"/>
                    <a:pt x="104" y="79"/>
                    <a:pt x="104" y="51"/>
                  </a:cubicBezTo>
                  <a:cubicBezTo>
                    <a:pt x="104" y="22"/>
                    <a:pt x="81" y="0"/>
                    <a:pt x="52" y="0"/>
                  </a:cubicBezTo>
                  <a:cubicBezTo>
                    <a:pt x="24" y="0"/>
                    <a:pt x="0" y="22"/>
                    <a:pt x="0" y="51"/>
                  </a:cubicBezTo>
                  <a:cubicBezTo>
                    <a:pt x="0" y="79"/>
                    <a:pt x="24" y="103"/>
                    <a:pt x="52" y="103"/>
                  </a:cubicBezTo>
                  <a:moveTo>
                    <a:pt x="52" y="34"/>
                  </a:moveTo>
                  <a:cubicBezTo>
                    <a:pt x="62" y="34"/>
                    <a:pt x="70" y="41"/>
                    <a:pt x="70" y="51"/>
                  </a:cubicBezTo>
                  <a:cubicBezTo>
                    <a:pt x="70" y="60"/>
                    <a:pt x="62" y="69"/>
                    <a:pt x="52" y="69"/>
                  </a:cubicBezTo>
                  <a:cubicBezTo>
                    <a:pt x="43" y="69"/>
                    <a:pt x="35" y="60"/>
                    <a:pt x="35" y="51"/>
                  </a:cubicBezTo>
                  <a:cubicBezTo>
                    <a:pt x="35" y="41"/>
                    <a:pt x="43" y="34"/>
                    <a:pt x="52" y="34"/>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587" name="Google Shape;587;p43"/>
            <p:cNvSpPr/>
            <p:nvPr/>
          </p:nvSpPr>
          <p:spPr>
            <a:xfrm>
              <a:off x="6328440" y="2767590"/>
              <a:ext cx="37440" cy="37440"/>
            </a:xfrm>
            <a:custGeom>
              <a:rect b="b" l="l" r="r" t="t"/>
              <a:pathLst>
                <a:path extrusionOk="0" h="104" w="104">
                  <a:moveTo>
                    <a:pt x="52" y="104"/>
                  </a:moveTo>
                  <a:cubicBezTo>
                    <a:pt x="80" y="104"/>
                    <a:pt x="104" y="81"/>
                    <a:pt x="104" y="52"/>
                  </a:cubicBezTo>
                  <a:cubicBezTo>
                    <a:pt x="104" y="23"/>
                    <a:pt x="81" y="0"/>
                    <a:pt x="52" y="0"/>
                  </a:cubicBezTo>
                  <a:cubicBezTo>
                    <a:pt x="24" y="0"/>
                    <a:pt x="0" y="23"/>
                    <a:pt x="0" y="52"/>
                  </a:cubicBezTo>
                  <a:cubicBezTo>
                    <a:pt x="0" y="81"/>
                    <a:pt x="23" y="104"/>
                    <a:pt x="52" y="104"/>
                  </a:cubicBezTo>
                  <a:moveTo>
                    <a:pt x="52" y="35"/>
                  </a:moveTo>
                  <a:cubicBezTo>
                    <a:pt x="61" y="35"/>
                    <a:pt x="69" y="42"/>
                    <a:pt x="69" y="52"/>
                  </a:cubicBezTo>
                  <a:cubicBezTo>
                    <a:pt x="69" y="62"/>
                    <a:pt x="62" y="69"/>
                    <a:pt x="52" y="69"/>
                  </a:cubicBezTo>
                  <a:cubicBezTo>
                    <a:pt x="43" y="69"/>
                    <a:pt x="34" y="62"/>
                    <a:pt x="34" y="52"/>
                  </a:cubicBezTo>
                  <a:cubicBezTo>
                    <a:pt x="34" y="42"/>
                    <a:pt x="42" y="35"/>
                    <a:pt x="52" y="35"/>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588" name="Google Shape;588;p43"/>
            <p:cNvSpPr/>
            <p:nvPr/>
          </p:nvSpPr>
          <p:spPr>
            <a:xfrm>
              <a:off x="6378120" y="2767590"/>
              <a:ext cx="37440" cy="37440"/>
            </a:xfrm>
            <a:custGeom>
              <a:rect b="b" l="l" r="r" t="t"/>
              <a:pathLst>
                <a:path extrusionOk="0" h="104" w="104">
                  <a:moveTo>
                    <a:pt x="52" y="104"/>
                  </a:moveTo>
                  <a:cubicBezTo>
                    <a:pt x="81" y="104"/>
                    <a:pt x="104" y="81"/>
                    <a:pt x="104" y="52"/>
                  </a:cubicBezTo>
                  <a:cubicBezTo>
                    <a:pt x="104" y="23"/>
                    <a:pt x="81" y="0"/>
                    <a:pt x="52" y="0"/>
                  </a:cubicBezTo>
                  <a:cubicBezTo>
                    <a:pt x="24" y="0"/>
                    <a:pt x="0" y="23"/>
                    <a:pt x="0" y="52"/>
                  </a:cubicBezTo>
                  <a:cubicBezTo>
                    <a:pt x="0" y="81"/>
                    <a:pt x="24" y="104"/>
                    <a:pt x="52" y="104"/>
                  </a:cubicBezTo>
                  <a:moveTo>
                    <a:pt x="52" y="35"/>
                  </a:moveTo>
                  <a:cubicBezTo>
                    <a:pt x="62" y="35"/>
                    <a:pt x="70" y="42"/>
                    <a:pt x="70" y="52"/>
                  </a:cubicBezTo>
                  <a:cubicBezTo>
                    <a:pt x="70" y="62"/>
                    <a:pt x="62" y="69"/>
                    <a:pt x="52" y="69"/>
                  </a:cubicBezTo>
                  <a:cubicBezTo>
                    <a:pt x="43" y="69"/>
                    <a:pt x="35" y="62"/>
                    <a:pt x="35" y="52"/>
                  </a:cubicBezTo>
                  <a:cubicBezTo>
                    <a:pt x="35" y="42"/>
                    <a:pt x="43" y="35"/>
                    <a:pt x="52" y="35"/>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589" name="Google Shape;589;p43"/>
            <p:cNvSpPr/>
            <p:nvPr/>
          </p:nvSpPr>
          <p:spPr>
            <a:xfrm>
              <a:off x="6428160" y="2767590"/>
              <a:ext cx="37440" cy="37440"/>
            </a:xfrm>
            <a:custGeom>
              <a:rect b="b" l="l" r="r" t="t"/>
              <a:pathLst>
                <a:path extrusionOk="0" h="104" w="104">
                  <a:moveTo>
                    <a:pt x="52" y="104"/>
                  </a:moveTo>
                  <a:cubicBezTo>
                    <a:pt x="80" y="104"/>
                    <a:pt x="104" y="81"/>
                    <a:pt x="104" y="52"/>
                  </a:cubicBezTo>
                  <a:cubicBezTo>
                    <a:pt x="104" y="23"/>
                    <a:pt x="81" y="0"/>
                    <a:pt x="52" y="0"/>
                  </a:cubicBezTo>
                  <a:cubicBezTo>
                    <a:pt x="24" y="0"/>
                    <a:pt x="0" y="23"/>
                    <a:pt x="0" y="52"/>
                  </a:cubicBezTo>
                  <a:cubicBezTo>
                    <a:pt x="0" y="81"/>
                    <a:pt x="23" y="104"/>
                    <a:pt x="52" y="104"/>
                  </a:cubicBezTo>
                  <a:moveTo>
                    <a:pt x="52" y="35"/>
                  </a:moveTo>
                  <a:cubicBezTo>
                    <a:pt x="61" y="35"/>
                    <a:pt x="69" y="42"/>
                    <a:pt x="69" y="52"/>
                  </a:cubicBezTo>
                  <a:cubicBezTo>
                    <a:pt x="69" y="62"/>
                    <a:pt x="62" y="69"/>
                    <a:pt x="52" y="69"/>
                  </a:cubicBezTo>
                  <a:cubicBezTo>
                    <a:pt x="43" y="69"/>
                    <a:pt x="34" y="62"/>
                    <a:pt x="34" y="52"/>
                  </a:cubicBezTo>
                  <a:cubicBezTo>
                    <a:pt x="34" y="42"/>
                    <a:pt x="42" y="35"/>
                    <a:pt x="52" y="35"/>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590" name="Google Shape;590;p43"/>
            <p:cNvSpPr/>
            <p:nvPr/>
          </p:nvSpPr>
          <p:spPr>
            <a:xfrm>
              <a:off x="6477840" y="2767590"/>
              <a:ext cx="37440" cy="37440"/>
            </a:xfrm>
            <a:custGeom>
              <a:rect b="b" l="l" r="r" t="t"/>
              <a:pathLst>
                <a:path extrusionOk="0" h="104" w="104">
                  <a:moveTo>
                    <a:pt x="52" y="104"/>
                  </a:moveTo>
                  <a:cubicBezTo>
                    <a:pt x="81" y="104"/>
                    <a:pt x="104" y="81"/>
                    <a:pt x="104" y="52"/>
                  </a:cubicBezTo>
                  <a:cubicBezTo>
                    <a:pt x="104" y="23"/>
                    <a:pt x="81" y="0"/>
                    <a:pt x="52" y="0"/>
                  </a:cubicBezTo>
                  <a:cubicBezTo>
                    <a:pt x="24" y="0"/>
                    <a:pt x="0" y="23"/>
                    <a:pt x="0" y="52"/>
                  </a:cubicBezTo>
                  <a:cubicBezTo>
                    <a:pt x="0" y="81"/>
                    <a:pt x="24" y="104"/>
                    <a:pt x="52" y="104"/>
                  </a:cubicBezTo>
                  <a:moveTo>
                    <a:pt x="52" y="35"/>
                  </a:moveTo>
                  <a:cubicBezTo>
                    <a:pt x="62" y="35"/>
                    <a:pt x="70" y="42"/>
                    <a:pt x="70" y="52"/>
                  </a:cubicBezTo>
                  <a:cubicBezTo>
                    <a:pt x="70" y="62"/>
                    <a:pt x="62" y="69"/>
                    <a:pt x="52" y="69"/>
                  </a:cubicBezTo>
                  <a:cubicBezTo>
                    <a:pt x="43" y="69"/>
                    <a:pt x="35" y="62"/>
                    <a:pt x="35" y="52"/>
                  </a:cubicBezTo>
                  <a:cubicBezTo>
                    <a:pt x="35" y="42"/>
                    <a:pt x="43" y="35"/>
                    <a:pt x="52" y="35"/>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591" name="Google Shape;591;p43"/>
            <p:cNvSpPr/>
            <p:nvPr/>
          </p:nvSpPr>
          <p:spPr>
            <a:xfrm>
              <a:off x="6577560" y="2767590"/>
              <a:ext cx="37440" cy="37440"/>
            </a:xfrm>
            <a:custGeom>
              <a:rect b="b" l="l" r="r" t="t"/>
              <a:pathLst>
                <a:path extrusionOk="0" h="104" w="104">
                  <a:moveTo>
                    <a:pt x="52" y="104"/>
                  </a:moveTo>
                  <a:cubicBezTo>
                    <a:pt x="81" y="104"/>
                    <a:pt x="104" y="81"/>
                    <a:pt x="104" y="52"/>
                  </a:cubicBezTo>
                  <a:cubicBezTo>
                    <a:pt x="104" y="23"/>
                    <a:pt x="81" y="0"/>
                    <a:pt x="52" y="0"/>
                  </a:cubicBezTo>
                  <a:cubicBezTo>
                    <a:pt x="24" y="0"/>
                    <a:pt x="0" y="23"/>
                    <a:pt x="0" y="52"/>
                  </a:cubicBezTo>
                  <a:cubicBezTo>
                    <a:pt x="0" y="81"/>
                    <a:pt x="24" y="104"/>
                    <a:pt x="52" y="104"/>
                  </a:cubicBezTo>
                  <a:moveTo>
                    <a:pt x="52" y="35"/>
                  </a:moveTo>
                  <a:cubicBezTo>
                    <a:pt x="62" y="35"/>
                    <a:pt x="70" y="42"/>
                    <a:pt x="70" y="52"/>
                  </a:cubicBezTo>
                  <a:cubicBezTo>
                    <a:pt x="70" y="62"/>
                    <a:pt x="62" y="69"/>
                    <a:pt x="52" y="69"/>
                  </a:cubicBezTo>
                  <a:cubicBezTo>
                    <a:pt x="43" y="69"/>
                    <a:pt x="35" y="62"/>
                    <a:pt x="35" y="52"/>
                  </a:cubicBezTo>
                  <a:cubicBezTo>
                    <a:pt x="35" y="42"/>
                    <a:pt x="43" y="35"/>
                    <a:pt x="52" y="35"/>
                  </a:cubicBezTo>
                  <a:close/>
                </a:path>
              </a:pathLst>
            </a:custGeom>
            <a:solidFill>
              <a:schemeClr val="dk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grpSp>
      <p:sp>
        <p:nvSpPr>
          <p:cNvPr id="592" name="Google Shape;592;p43"/>
          <p:cNvSpPr txBox="1"/>
          <p:nvPr>
            <p:ph idx="5" type="subTitle"/>
          </p:nvPr>
        </p:nvSpPr>
        <p:spPr>
          <a:xfrm>
            <a:off x="359250" y="1017725"/>
            <a:ext cx="8425500" cy="55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00"/>
              <a:t>Bridging the gap between healthcare data and real-world decisions.</a:t>
            </a:r>
            <a:endParaRPr sz="2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4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Conclusion</a:t>
            </a:r>
            <a:endParaRPr/>
          </a:p>
        </p:txBody>
      </p:sp>
      <p:sp>
        <p:nvSpPr>
          <p:cNvPr id="598" name="Google Shape;598;p44"/>
          <p:cNvSpPr txBox="1"/>
          <p:nvPr>
            <p:ph idx="1" type="subTitle"/>
          </p:nvPr>
        </p:nvSpPr>
        <p:spPr>
          <a:xfrm>
            <a:off x="720000" y="1808375"/>
            <a:ext cx="3480000" cy="25851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Font typeface="Manjari"/>
              <a:buChar char="●"/>
            </a:pPr>
            <a:r>
              <a:rPr lang="en"/>
              <a:t>An AI-powered system for natural language healthcare analytics</a:t>
            </a:r>
            <a:endParaRPr/>
          </a:p>
          <a:p>
            <a:pPr indent="-317500" lvl="0" marL="457200" rtl="0" algn="l">
              <a:spcBef>
                <a:spcPts val="0"/>
              </a:spcBef>
              <a:spcAft>
                <a:spcPts val="0"/>
              </a:spcAft>
              <a:buClr>
                <a:schemeClr val="dk2"/>
              </a:buClr>
              <a:buSzPts val="1400"/>
              <a:buFont typeface="Hind"/>
              <a:buChar char="●"/>
            </a:pPr>
            <a:r>
              <a:rPr lang="en"/>
              <a:t>Secure pipeline with validation, RBAC, and Responsible AI</a:t>
            </a:r>
            <a:endParaRPr/>
          </a:p>
          <a:p>
            <a:pPr indent="-317500" lvl="0" marL="457200" rtl="0" algn="l">
              <a:spcBef>
                <a:spcPts val="0"/>
              </a:spcBef>
              <a:spcAft>
                <a:spcPts val="0"/>
              </a:spcAft>
              <a:buClr>
                <a:schemeClr val="dk2"/>
              </a:buClr>
              <a:buSzPts val="1400"/>
              <a:buFont typeface="Hind"/>
              <a:buChar char="●"/>
            </a:pPr>
            <a:r>
              <a:rPr lang="en"/>
              <a:t>Real-time insights from complex healthcare data</a:t>
            </a:r>
            <a:endParaRPr/>
          </a:p>
        </p:txBody>
      </p:sp>
      <p:sp>
        <p:nvSpPr>
          <p:cNvPr id="599" name="Google Shape;599;p44"/>
          <p:cNvSpPr txBox="1"/>
          <p:nvPr>
            <p:ph idx="4294967295" type="subTitle"/>
          </p:nvPr>
        </p:nvSpPr>
        <p:spPr>
          <a:xfrm>
            <a:off x="1367700" y="1394175"/>
            <a:ext cx="2184600" cy="50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1"/>
                </a:solidFill>
                <a:latin typeface="Inter SemiBold"/>
                <a:ea typeface="Inter SemiBold"/>
                <a:cs typeface="Inter SemiBold"/>
                <a:sym typeface="Inter SemiBold"/>
              </a:rPr>
              <a:t>What We Built</a:t>
            </a:r>
            <a:endParaRPr sz="2000">
              <a:solidFill>
                <a:schemeClr val="dk1"/>
              </a:solidFill>
              <a:latin typeface="Inter SemiBold"/>
              <a:ea typeface="Inter SemiBold"/>
              <a:cs typeface="Inter SemiBold"/>
              <a:sym typeface="Inter SemiBold"/>
            </a:endParaRPr>
          </a:p>
        </p:txBody>
      </p:sp>
      <p:sp>
        <p:nvSpPr>
          <p:cNvPr id="600" name="Google Shape;600;p44"/>
          <p:cNvSpPr txBox="1"/>
          <p:nvPr/>
        </p:nvSpPr>
        <p:spPr>
          <a:xfrm>
            <a:off x="5605100" y="1808375"/>
            <a:ext cx="3000000" cy="16392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2"/>
              </a:buClr>
              <a:buSzPts val="1400"/>
              <a:buFont typeface="Hind"/>
              <a:buChar char="●"/>
            </a:pPr>
            <a:r>
              <a:rPr lang="en">
                <a:solidFill>
                  <a:schemeClr val="dk2"/>
                </a:solidFill>
                <a:latin typeface="Hind"/>
                <a:ea typeface="Hind"/>
                <a:cs typeface="Hind"/>
                <a:sym typeface="Hind"/>
              </a:rPr>
              <a:t>Makes data accessible to non-technical users</a:t>
            </a:r>
            <a:endParaRPr>
              <a:solidFill>
                <a:schemeClr val="dk2"/>
              </a:solidFill>
              <a:latin typeface="Hind"/>
              <a:ea typeface="Hind"/>
              <a:cs typeface="Hind"/>
              <a:sym typeface="Hind"/>
            </a:endParaRPr>
          </a:p>
          <a:p>
            <a:pPr indent="-317500" lvl="0" marL="457200" rtl="0" algn="l">
              <a:lnSpc>
                <a:spcPct val="115000"/>
              </a:lnSpc>
              <a:spcBef>
                <a:spcPts val="0"/>
              </a:spcBef>
              <a:spcAft>
                <a:spcPts val="0"/>
              </a:spcAft>
              <a:buClr>
                <a:schemeClr val="dk2"/>
              </a:buClr>
              <a:buSzPts val="1400"/>
              <a:buFont typeface="Hind"/>
              <a:buChar char="●"/>
            </a:pPr>
            <a:r>
              <a:rPr lang="en">
                <a:solidFill>
                  <a:schemeClr val="dk2"/>
                </a:solidFill>
                <a:latin typeface="Hind"/>
                <a:ea typeface="Hind"/>
                <a:cs typeface="Hind"/>
                <a:sym typeface="Hind"/>
              </a:rPr>
              <a:t>Ensures safe and compliant decision-making</a:t>
            </a:r>
            <a:endParaRPr>
              <a:solidFill>
                <a:schemeClr val="dk2"/>
              </a:solidFill>
              <a:latin typeface="Hind"/>
              <a:ea typeface="Hind"/>
              <a:cs typeface="Hind"/>
              <a:sym typeface="Hind"/>
            </a:endParaRPr>
          </a:p>
          <a:p>
            <a:pPr indent="-317500" lvl="0" marL="457200" rtl="0" algn="l">
              <a:lnSpc>
                <a:spcPct val="115000"/>
              </a:lnSpc>
              <a:spcBef>
                <a:spcPts val="0"/>
              </a:spcBef>
              <a:spcAft>
                <a:spcPts val="0"/>
              </a:spcAft>
              <a:buClr>
                <a:schemeClr val="dk2"/>
              </a:buClr>
              <a:buSzPts val="1400"/>
              <a:buFont typeface="Hind"/>
              <a:buChar char="●"/>
            </a:pPr>
            <a:r>
              <a:rPr lang="en">
                <a:solidFill>
                  <a:schemeClr val="dk2"/>
                </a:solidFill>
                <a:latin typeface="Hind"/>
                <a:ea typeface="Hind"/>
                <a:cs typeface="Hind"/>
                <a:sym typeface="Hind"/>
              </a:rPr>
              <a:t>Bridges the gap between data and action</a:t>
            </a:r>
            <a:endParaRPr>
              <a:solidFill>
                <a:schemeClr val="dk2"/>
              </a:solidFill>
              <a:latin typeface="Hind"/>
              <a:ea typeface="Hind"/>
              <a:cs typeface="Hind"/>
              <a:sym typeface="Hind"/>
            </a:endParaRPr>
          </a:p>
        </p:txBody>
      </p:sp>
      <p:sp>
        <p:nvSpPr>
          <p:cNvPr id="601" name="Google Shape;601;p44"/>
          <p:cNvSpPr txBox="1"/>
          <p:nvPr>
            <p:ph idx="4294967295" type="subTitle"/>
          </p:nvPr>
        </p:nvSpPr>
        <p:spPr>
          <a:xfrm>
            <a:off x="6012800" y="1394175"/>
            <a:ext cx="2184600" cy="50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1"/>
                </a:solidFill>
                <a:latin typeface="Inter SemiBold"/>
                <a:ea typeface="Inter SemiBold"/>
                <a:cs typeface="Inter SemiBold"/>
                <a:sym typeface="Inter SemiBold"/>
              </a:rPr>
              <a:t>Why it matters?</a:t>
            </a:r>
            <a:endParaRPr sz="2000">
              <a:solidFill>
                <a:schemeClr val="dk1"/>
              </a:solidFill>
              <a:latin typeface="Inter SemiBold"/>
              <a:ea typeface="Inter SemiBold"/>
              <a:cs typeface="Inter SemiBold"/>
              <a:sym typeface="Inter SemiBold"/>
            </a:endParaRPr>
          </a:p>
        </p:txBody>
      </p:sp>
      <p:sp>
        <p:nvSpPr>
          <p:cNvPr id="602" name="Google Shape;602;p44"/>
          <p:cNvSpPr txBox="1"/>
          <p:nvPr/>
        </p:nvSpPr>
        <p:spPr>
          <a:xfrm>
            <a:off x="1120200" y="3708000"/>
            <a:ext cx="6903600" cy="71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2000">
                <a:solidFill>
                  <a:schemeClr val="dk2"/>
                </a:solidFill>
                <a:latin typeface="Hind SemiBold"/>
                <a:ea typeface="Hind SemiBold"/>
                <a:cs typeface="Hind SemiBold"/>
                <a:sym typeface="Hind SemiBold"/>
              </a:rPr>
              <a:t>From question → insight, securely and intelligently.</a:t>
            </a:r>
            <a:endParaRPr i="1" sz="2000">
              <a:solidFill>
                <a:schemeClr val="dk2"/>
              </a:solidFill>
              <a:latin typeface="Hind SemiBold"/>
              <a:ea typeface="Hind SemiBold"/>
              <a:cs typeface="Hind SemiBold"/>
              <a:sym typeface="Hind SemiBo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pic>
        <p:nvPicPr>
          <p:cNvPr id="607" name="Google Shape;607;p45"/>
          <p:cNvPicPr preferRelativeResize="0"/>
          <p:nvPr/>
        </p:nvPicPr>
        <p:blipFill rotWithShape="1">
          <a:blip r:embed="rId3">
            <a:alphaModFix/>
          </a:blip>
          <a:srcRect b="0" l="27727" r="21211" t="0"/>
          <a:stretch/>
        </p:blipFill>
        <p:spPr>
          <a:xfrm>
            <a:off x="1105712" y="533850"/>
            <a:ext cx="3117900" cy="4075800"/>
          </a:xfrm>
          <a:prstGeom prst="ellipse">
            <a:avLst/>
          </a:prstGeom>
          <a:noFill/>
          <a:ln cap="flat" cmpd="sng" w="9525">
            <a:solidFill>
              <a:schemeClr val="dk2"/>
            </a:solidFill>
            <a:prstDash val="solid"/>
            <a:round/>
            <a:headEnd len="sm" w="sm" type="none"/>
            <a:tailEnd len="sm" w="sm" type="none"/>
          </a:ln>
        </p:spPr>
      </p:pic>
      <p:sp>
        <p:nvSpPr>
          <p:cNvPr id="608" name="Google Shape;608;p45"/>
          <p:cNvSpPr txBox="1"/>
          <p:nvPr>
            <p:ph type="title"/>
          </p:nvPr>
        </p:nvSpPr>
        <p:spPr>
          <a:xfrm>
            <a:off x="4223600" y="1450725"/>
            <a:ext cx="4971300" cy="148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500"/>
              <a:t>Secure. Intelligent. Accessible.</a:t>
            </a:r>
            <a:endParaRPr sz="2500"/>
          </a:p>
          <a:p>
            <a:pPr indent="0" lvl="0" marL="0" rtl="0" algn="ctr">
              <a:spcBef>
                <a:spcPts val="0"/>
              </a:spcBef>
              <a:spcAft>
                <a:spcPts val="0"/>
              </a:spcAft>
              <a:buNone/>
            </a:pPr>
            <a:r>
              <a:t/>
            </a:r>
            <a:endParaRPr sz="2500"/>
          </a:p>
        </p:txBody>
      </p:sp>
      <p:sp>
        <p:nvSpPr>
          <p:cNvPr id="609" name="Google Shape;609;p45"/>
          <p:cNvSpPr txBox="1"/>
          <p:nvPr>
            <p:ph idx="1" type="subTitle"/>
          </p:nvPr>
        </p:nvSpPr>
        <p:spPr>
          <a:xfrm>
            <a:off x="4949438" y="2466313"/>
            <a:ext cx="3519600" cy="963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Healthcare insights for everyone.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inancial Management in Healthcare - Master of Science in Health Administration by Slidesgo">
  <a:themeElements>
    <a:clrScheme name="Simple Light">
      <a:dk1>
        <a:srgbClr val="0B3656"/>
      </a:dk1>
      <a:lt1>
        <a:srgbClr val="FFFFFF"/>
      </a:lt1>
      <a:dk2>
        <a:srgbClr val="3D4346"/>
      </a:dk2>
      <a:lt2>
        <a:srgbClr val="1977A4"/>
      </a:lt2>
      <a:accent1>
        <a:srgbClr val="77BEE0"/>
      </a:accent1>
      <a:accent2>
        <a:srgbClr val="CFE7EF"/>
      </a:accent2>
      <a:accent3>
        <a:srgbClr val="E6F3F9"/>
      </a:accent3>
      <a:accent4>
        <a:srgbClr val="F1F8FA"/>
      </a:accent4>
      <a:accent5>
        <a:srgbClr val="FFFFFF"/>
      </a:accent5>
      <a:accent6>
        <a:srgbClr val="FFFFFF"/>
      </a:accent6>
      <a:hlink>
        <a:srgbClr val="3D434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